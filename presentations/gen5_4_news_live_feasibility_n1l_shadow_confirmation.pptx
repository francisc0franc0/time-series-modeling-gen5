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dccb10a8b4f33" /><Relationship Type="http://schemas.openxmlformats.org/officeDocument/2006/relationships/extended-properties" Target="/docProps/app.xml" Id="R5bb5375f0527419c" /><Relationship Type="http://schemas.openxmlformats.org/officeDocument/2006/relationships/officeDocument" Target="/ppt/presentation.xml" Id="Rf6bb6f572cf8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d938e8d794c93"/>
  </p:sldMasterIdLst>
  <p:notesMasterIdLst>
    <p:notesMasterId xmlns:r="http://schemas.openxmlformats.org/officeDocument/2006/relationships" r:id="R7ebe88780d294888"/>
  </p:notesMasterIdLst>
  <p:sldIdLst>
    <p:sldId xmlns:r="http://schemas.openxmlformats.org/officeDocument/2006/relationships" id="256" r:id="R9c7b92f643dc4628"/>
    <p:sldId xmlns:r="http://schemas.openxmlformats.org/officeDocument/2006/relationships" id="257" r:id="R8bea8e268ef84a35"/>
    <p:sldId xmlns:r="http://schemas.openxmlformats.org/officeDocument/2006/relationships" id="258" r:id="R92e95ea7082b4d9e"/>
    <p:sldId xmlns:r="http://schemas.openxmlformats.org/officeDocument/2006/relationships" id="259" r:id="R9dc8e3087d4340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9afa8ec340437e" /><Relationship Type="http://schemas.openxmlformats.org/officeDocument/2006/relationships/slideMaster" Target="/ppt/slideMasters/slideMaster1.xml" Id="R34ad938e8d794c93" /><Relationship Type="http://schemas.openxmlformats.org/officeDocument/2006/relationships/notesMaster" Target="/ppt/notesMasters/notesMaster1.xml" Id="R7ebe88780d294888" /><Relationship Type="http://schemas.openxmlformats.org/officeDocument/2006/relationships/presProps" Target="/ppt/presProps.xml" Id="R54907c8ef0fd4226" /><Relationship Type="http://schemas.openxmlformats.org/officeDocument/2006/relationships/tableStyles" Target="/ppt/tableStyles.xml" Id="R3fbab5bb40164b8e" /><Relationship Type="http://schemas.openxmlformats.org/officeDocument/2006/relationships/slide" Target="/ppt/slides/slide1.xml" Id="R9c7b92f643dc4628" /><Relationship Type="http://schemas.openxmlformats.org/officeDocument/2006/relationships/slide" Target="/ppt/slides/slide2.xml" Id="R8bea8e268ef84a35" /><Relationship Type="http://schemas.openxmlformats.org/officeDocument/2006/relationships/slide" Target="/ppt/slides/slide3.xml" Id="R92e95ea7082b4d9e" /><Relationship Type="http://schemas.openxmlformats.org/officeDocument/2006/relationships/slide" Target="/ppt/slides/slide4.xml" Id="R9dc8e3087d43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61f194e5a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9ba2a3c5447f0" /><Relationship Type="http://schemas.openxmlformats.org/officeDocument/2006/relationships/notesMaster" Target="/ppt/notesMasters/notesMaster1.xml" Id="R42b93a9a1ca1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21a50573d34d2e" /><Relationship Type="http://schemas.openxmlformats.org/officeDocument/2006/relationships/notesMaster" Target="/ppt/notesMasters/notesMaster1.xml" Id="Rc4b413de007a41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f506595cd84959" /><Relationship Type="http://schemas.openxmlformats.org/officeDocument/2006/relationships/notesMaster" Target="/ppt/notesMasters/notesMaster1.xml" Id="R131c26a8a25245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f96c78ec54ce4" /><Relationship Type="http://schemas.openxmlformats.org/officeDocument/2006/relationships/notesMaster" Target="/ppt/notesMasters/notesMaster1.xml" Id="Rad627b79683f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12 - N1L SHADOW CONFIRMATION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Question</a:t>
            </a:r>
          </a:p>
          <a:p xmlns:a="http://schemas.openxmlformats.org/drawingml/2006/main">
            <a:r>
              <a:t>Can a longer bounded premarket observation capture a complete live Alpaca news payload and reconcile it to REST without inspecting any market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</a:t>
            </a:r>
          </a:p>
          <a:p xmlns:a="http://schemas.openxmlformats.org/drawingml/2006/main">
            <a:r>
              <a:t>All 13 hard gates passed. Connection 2 received one complete live article, and the REST overlap matched the same article ID exactly on headline and symbol metadata. N1L now records PASS_N1L_LIVE_PATH_READY.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</a:t>
            </a:r>
          </a:p>
          <a:p xmlns:a="http://schemas.openxmlformats.org/drawingml/2006/main">
            <a:r>
              <a:t>This proves the operational path, not predictive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Contract: docs/GEN5_4_NEWS_LIVE_FEASIBILITY_N1L_CONTRACT.md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Project/Time-Series-Modeling-Gen5/runs/research_workbench/gen54_ml_decision_engine/g54_news_n1l_shadow_20260721_0439et/n1l_report.md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Proceed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D34 - TRANSPORT PASS REPEATS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Both five-minute connections opened, authenticated, and acknowledged all 25 requested point-in-time symbol keys. Connection 1 closed cleanly with code 1000 before connection 2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earlier transport result was reproducible at a longer duration. Seven frames were preserved with local UTC receipt timestamps and parsed without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Lifecycle: C:/Users/Franc/OneDrive/Documents/Francis/Peltata Project/Time-Series-Modeling-Gen5/runs/research_workbench/gen54_ml_decision_engine/g54_news_n1l_shadow_20260721_0439et/n1l_connection_lifecycle.csv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D34 - LIVE PAYLOAD OBSERVED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Connection 2 received article 60569812 with a complete ID, headline, source, symbols, created_at, updated_at, URL, connection ID, and local received_at.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rule</a:t>
            </a:r>
          </a:p>
          <a:p xmlns:a="http://schemas.openxmlformats.org/drawingml/2006/main">
            <a:r>
              <a:t>The local receipt timestamp preceded provider created_at metadata by approximately 5.8 seconds. This is retained as clock or timestamp skew evidence. Local receipt time is the prospective availability authority near a decision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article: C:/Users/Franc/OneDrive/Documents/Francis/Peltata Project/Time-Series-Modeling-Gen5/runs/research_workbench/gen54_ml_decision_engine/g54_news_n1l_shadow_20260721_0439et/n1l_live_news_articles.csv</a:t>
            </a:r>
          </a:p>
          <a:p xmlns:a="http://schemas.openxmlformats.org/drawingml/2006/main">
            <a:r>
              <a:t>Health: C:/Users/Franc/OneDrive/Documents/Francis/Peltata Project/Time-Series-Modeling-Gen5/runs/research_workbench/gen54_ml_decision_engine/g54_news_n1l_shadow_20260721_0439et/n1l_health.csv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D34 - PASS_N1L_LIVE_PATH_READY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passed</a:t>
            </a:r>
          </a:p>
          <a:p xmlns:a="http://schemas.openxmlformats.org/drawingml/2006/main">
            <a:r>
              <a:t>Connection, authentication, subscription, deliberate reconnect, local receipt metadata, frame parsing, live required fields, REST HTTP/pagination, and same-version conflict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Reconciliation</a:t>
            </a:r>
          </a:p>
          <a:p xmlns:a="http://schemas.openxmlformats.org/drawingml/2006/main">
            <a:r>
              <a:t>REST returned two articles. One predated subscription and remained REST-only. The live article matched REST by ID, headline, and symbol metadata with no conflict.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gate</a:t>
            </a:r>
          </a:p>
          <a:p xmlns:a="http://schemas.openxmlformats.org/drawingml/2006/main">
            <a:r>
              <a:t>The operational data-path STOP in the frozen N1B contract is removed. N1B remains a measurement-only association POC: no sentiment, direction, horizon search, exposure, allocation, or live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Reconciliation: C:/Users/Franc/OneDrive/Documents/Francis/Peltata Project/Time-Series-Modeling-Gen5/runs/research_workbench/gen54_ml_decision_engine/g54_news_n1l_shadow_20260721_0439et/n1l_reconciliation.csv</a:t>
            </a:r>
          </a:p>
          <a:p xmlns:a="http://schemas.openxmlformats.org/drawingml/2006/main">
            <a:r>
              <a:t>Conversation: codex://threads/019f741e-615f-7fd0-90f7-edce12b5cb66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4facd5191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e36559d8e4261" /><Relationship Type="http://schemas.openxmlformats.org/officeDocument/2006/relationships/slideLayout" Target="/ppt/slideLayouts/slideLayout1.xml" Id="Re9c838e13686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838e13686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60312ddaf4ad0" /><Relationship Type="http://schemas.openxmlformats.org/officeDocument/2006/relationships/notesSlide" Target="/ppt/notesSlides/notesSlide1.xml" Id="Rb11783ddd36641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4090f0934488b" /><Relationship Type="http://schemas.openxmlformats.org/officeDocument/2006/relationships/image" Target="/ppt/media/image.png" Id="R562e8c54421a4a7d" /><Relationship Type="http://schemas.openxmlformats.org/officeDocument/2006/relationships/image" Target="/ppt/media/image2.png" Id="R4ba1507dbed54da9" /><Relationship Type="http://schemas.openxmlformats.org/officeDocument/2006/relationships/image" Target="/ppt/media/image3.png" Id="Rf849e9e08b2f42a3" /><Relationship Type="http://schemas.openxmlformats.org/officeDocument/2006/relationships/notesSlide" Target="/ppt/notesSlides/notesSlide2.xml" Id="R41cf97e5b5d5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a3dc3f02456c" /><Relationship Type="http://schemas.openxmlformats.org/officeDocument/2006/relationships/image" Target="/ppt/media/image.png" Id="R634b452e4d714ba5" /><Relationship Type="http://schemas.openxmlformats.org/officeDocument/2006/relationships/image" Target="/ppt/media/image2.png" Id="R3fde056bbaa442ed" /><Relationship Type="http://schemas.openxmlformats.org/officeDocument/2006/relationships/image" Target="/ppt/media/image4.png" Id="R764b42981c684fd9" /><Relationship Type="http://schemas.openxmlformats.org/officeDocument/2006/relationships/notesSlide" Target="/ppt/notesSlides/notesSlide3.xml" Id="Re121175f05074b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31e09a1c4347" /><Relationship Type="http://schemas.openxmlformats.org/officeDocument/2006/relationships/image" Target="/ppt/media/image5.png" Id="Re6e9eb1937f24a90" /><Relationship Type="http://schemas.openxmlformats.org/officeDocument/2006/relationships/image" Target="/ppt/media/image6.png" Id="R63060c0058524ec3" /><Relationship Type="http://schemas.openxmlformats.org/officeDocument/2006/relationships/image" Target="/ppt/media/image7.png" Id="R3a62cbc355224acb" /><Relationship Type="http://schemas.openxmlformats.org/officeDocument/2006/relationships/notesSlide" Target="/ppt/notesSlides/notesSlide4.xml" Id="R7d6884f1e6d645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S12/01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N1L live-path feasibility now passes;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predictive value remains untested.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13/13 gates  |  2 × 300 seconds  |  1 live article  |  1 exact REST match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Transport repeats across two five-minute connections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D34/02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e8c54421a4a7d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1507dbed54da9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9e9e08b2f42a3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One live payload establishes prospective receipt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D34/03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b452e4d714ba5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e056bbaa442ed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b42981c684fd9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 REST match closes N1L; predictive claims remain closed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D34/04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9eb1937f24a90"/>
          <a:stretch xmlns:a="http://schemas.openxmlformats.org/drawingml/2006/main"/>
        </p:blipFill>
        <p:spPr>
          <a:xfrm xmlns:a="http://schemas.openxmlformats.org/drawingml/2006/main" flipH="0" flipV="0">
            <a:off x="1558620" y="1992007"/>
            <a:ext cx="3159736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PASS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13 / 13 hard gates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2 authenticated subscriptions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 live candidate article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 exact REST match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NOTE  receipt leads provider time 5.8s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OPEN  frozen N1B measurement POC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predictive and policy claims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60c0058524ec3"/>
          <a:stretch xmlns:a="http://schemas.openxmlformats.org/drawingml/2006/main"/>
        </p:blipFill>
        <p:spPr>
          <a:xfrm xmlns:a="http://schemas.openxmlformats.org/drawingml/2006/main" flipH="0" flipV="0">
            <a:off x="1558620" y="1992007"/>
            <a:ext cx="3159736" cy="3159736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2cbc355224acb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2026-07-21T09:05:16.7740000Z</dcterms:created>
  <dcterms:modified xsi:type="dcterms:W3CDTF">2026-07-21T09:05:16.7740000Z</dcterms:modified>
</coreProperties>
</file>