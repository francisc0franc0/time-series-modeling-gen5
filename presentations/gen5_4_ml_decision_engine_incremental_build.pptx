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e83d5920e940dc" /><Relationship Type="http://schemas.openxmlformats.org/officeDocument/2006/relationships/extended-properties" Target="/docProps/app.xml" Id="R74e8911b6ec44247" /><Relationship Type="http://schemas.openxmlformats.org/officeDocument/2006/relationships/officeDocument" Target="/ppt/presentation.xml" Id="Ra248cc4767c5430a" /></Relationships>
</file>

<file path=ppt/presentation.xml><?xml version="1.0" encoding="utf-8"?>
<p:presentation xmlns:p="http://schemas.openxmlformats.org/presentationml/2006/main">
  <p:sldMasterIdLst>
    <p:sldMasterId xmlns:r="http://schemas.openxmlformats.org/officeDocument/2006/relationships" id="2147483648" r:id="R820a2aa7ebd74476"/>
  </p:sldMasterIdLst>
  <p:notesMasterIdLst>
    <p:notesMasterId xmlns:r="http://schemas.openxmlformats.org/officeDocument/2006/relationships" r:id="R42316b72199646cb"/>
  </p:notesMasterIdLst>
  <p:sldIdLst>
    <p:sldId xmlns:r="http://schemas.openxmlformats.org/officeDocument/2006/relationships" id="256" r:id="Raf950ac80d6045eb"/>
    <p:sldId xmlns:r="http://schemas.openxmlformats.org/officeDocument/2006/relationships" id="257" r:id="R743c2e1955a2406e"/>
    <p:sldId xmlns:r="http://schemas.openxmlformats.org/officeDocument/2006/relationships" id="258" r:id="Rd91c9e62826f4456"/>
    <p:sldId xmlns:r="http://schemas.openxmlformats.org/officeDocument/2006/relationships" id="259" r:id="R5c5af58dd20b4c3f"/>
    <p:sldId xmlns:r="http://schemas.openxmlformats.org/officeDocument/2006/relationships" id="260" r:id="Rf3a001ae9eae491e"/>
    <p:sldId xmlns:r="http://schemas.openxmlformats.org/officeDocument/2006/relationships" id="261" r:id="R802d22e11e7b4a95"/>
    <p:sldId xmlns:r="http://schemas.openxmlformats.org/officeDocument/2006/relationships" id="262" r:id="R7daeb7077d854041"/>
    <p:sldId xmlns:r="http://schemas.openxmlformats.org/officeDocument/2006/relationships" id="263" r:id="Reb7c16b5c2d645c9"/>
    <p:sldId xmlns:r="http://schemas.openxmlformats.org/officeDocument/2006/relationships" id="264" r:id="R3662f7c50905420d"/>
    <p:sldId xmlns:r="http://schemas.openxmlformats.org/officeDocument/2006/relationships" id="265" r:id="R08ef14c4ef154c9a"/>
    <p:sldId xmlns:r="http://schemas.openxmlformats.org/officeDocument/2006/relationships" id="266" r:id="R58dc2e036a00445c"/>
    <p:sldId xmlns:r="http://schemas.openxmlformats.org/officeDocument/2006/relationships" id="267" r:id="Ra09e18b5edbd4348"/>
    <p:sldId xmlns:r="http://schemas.openxmlformats.org/officeDocument/2006/relationships" id="268" r:id="R15e13ff0e61c455f"/>
    <p:sldId xmlns:r="http://schemas.openxmlformats.org/officeDocument/2006/relationships" id="269" r:id="R3586ecf25ebf4114"/>
    <p:sldId xmlns:r="http://schemas.openxmlformats.org/officeDocument/2006/relationships" id="270" r:id="R753442f163074c02"/>
    <p:sldId xmlns:r="http://schemas.openxmlformats.org/officeDocument/2006/relationships" id="271" r:id="R7637da7bea7e446e"/>
    <p:sldId xmlns:r="http://schemas.openxmlformats.org/officeDocument/2006/relationships" id="272" r:id="Re04013194c6f4c90"/>
    <p:sldId xmlns:r="http://schemas.openxmlformats.org/officeDocument/2006/relationships" id="273" r:id="R647533aba2544e72"/>
    <p:sldId xmlns:r="http://schemas.openxmlformats.org/officeDocument/2006/relationships" id="274" r:id="R68955c33752141e8"/>
    <p:sldId xmlns:r="http://schemas.openxmlformats.org/officeDocument/2006/relationships" id="275" r:id="R1063cf8f93954009"/>
    <p:sldId xmlns:r="http://schemas.openxmlformats.org/officeDocument/2006/relationships" id="276" r:id="Rf480dd31bbc9445b"/>
    <p:sldId xmlns:r="http://schemas.openxmlformats.org/officeDocument/2006/relationships" id="277" r:id="Rbb83113e246e4b8d"/>
    <p:sldId xmlns:r="http://schemas.openxmlformats.org/officeDocument/2006/relationships" id="278" r:id="R6c00aa1f5b6f4c98"/>
    <p:sldId xmlns:r="http://schemas.openxmlformats.org/officeDocument/2006/relationships" id="279" r:id="Rbbcae295eabc473a"/>
    <p:sldId xmlns:r="http://schemas.openxmlformats.org/officeDocument/2006/relationships" id="280" r:id="R4fdd036733e3433a"/>
    <p:sldId xmlns:r="http://schemas.openxmlformats.org/officeDocument/2006/relationships" id="281" r:id="R231a60c531684af2"/>
    <p:sldId xmlns:r="http://schemas.openxmlformats.org/officeDocument/2006/relationships" id="282" r:id="R8d39e877a5894962"/>
    <p:sldId xmlns:r="http://schemas.openxmlformats.org/officeDocument/2006/relationships" id="283" r:id="R1fbad01af49a41f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6b1b804c974c70" /><Relationship Type="http://schemas.openxmlformats.org/officeDocument/2006/relationships/slideMaster" Target="/ppt/slideMasters/slideMaster1.xml" Id="R820a2aa7ebd74476" /><Relationship Type="http://schemas.openxmlformats.org/officeDocument/2006/relationships/notesMaster" Target="/ppt/notesMasters/notesMaster1.xml" Id="R42316b72199646cb" /><Relationship Type="http://schemas.openxmlformats.org/officeDocument/2006/relationships/presProps" Target="/ppt/presProps.xml" Id="R74cf240e785f4efb" /><Relationship Type="http://schemas.openxmlformats.org/officeDocument/2006/relationships/tableStyles" Target="/ppt/tableStyles.xml" Id="Re8091167670348d4" /><Relationship Type="http://schemas.openxmlformats.org/officeDocument/2006/relationships/slide" Target="/ppt/slides/slide1.xml" Id="Raf950ac80d6045eb" /><Relationship Type="http://schemas.openxmlformats.org/officeDocument/2006/relationships/slide" Target="/ppt/slides/slide2.xml" Id="R743c2e1955a2406e" /><Relationship Type="http://schemas.openxmlformats.org/officeDocument/2006/relationships/slide" Target="/ppt/slides/slide3.xml" Id="Rd91c9e62826f4456" /><Relationship Type="http://schemas.openxmlformats.org/officeDocument/2006/relationships/slide" Target="/ppt/slides/slide4.xml" Id="R5c5af58dd20b4c3f" /><Relationship Type="http://schemas.openxmlformats.org/officeDocument/2006/relationships/slide" Target="/ppt/slides/slide5.xml" Id="Rf3a001ae9eae491e" /><Relationship Type="http://schemas.openxmlformats.org/officeDocument/2006/relationships/slide" Target="/ppt/slides/slide6.xml" Id="R802d22e11e7b4a95" /><Relationship Type="http://schemas.openxmlformats.org/officeDocument/2006/relationships/slide" Target="/ppt/slides/slide7.xml" Id="R7daeb7077d854041" /><Relationship Type="http://schemas.openxmlformats.org/officeDocument/2006/relationships/slide" Target="/ppt/slides/slide8.xml" Id="Reb7c16b5c2d645c9" /><Relationship Type="http://schemas.openxmlformats.org/officeDocument/2006/relationships/slide" Target="/ppt/slides/slide9.xml" Id="R3662f7c50905420d" /><Relationship Type="http://schemas.openxmlformats.org/officeDocument/2006/relationships/slide" Target="/ppt/slides/slide10.xml" Id="R08ef14c4ef154c9a" /><Relationship Type="http://schemas.openxmlformats.org/officeDocument/2006/relationships/slide" Target="/ppt/slides/slide11.xml" Id="R58dc2e036a00445c" /><Relationship Type="http://schemas.openxmlformats.org/officeDocument/2006/relationships/slide" Target="/ppt/slides/slide12.xml" Id="Ra09e18b5edbd4348" /><Relationship Type="http://schemas.openxmlformats.org/officeDocument/2006/relationships/slide" Target="/ppt/slides/slide13.xml" Id="R15e13ff0e61c455f" /><Relationship Type="http://schemas.openxmlformats.org/officeDocument/2006/relationships/slide" Target="/ppt/slides/slide14.xml" Id="R3586ecf25ebf4114" /><Relationship Type="http://schemas.openxmlformats.org/officeDocument/2006/relationships/slide" Target="/ppt/slides/slide15.xml" Id="R753442f163074c02" /><Relationship Type="http://schemas.openxmlformats.org/officeDocument/2006/relationships/slide" Target="/ppt/slides/slide16.xml" Id="R7637da7bea7e446e" /><Relationship Type="http://schemas.openxmlformats.org/officeDocument/2006/relationships/slide" Target="/ppt/slides/slide17.xml" Id="Re04013194c6f4c90" /><Relationship Type="http://schemas.openxmlformats.org/officeDocument/2006/relationships/slide" Target="/ppt/slides/slide18.xml" Id="R647533aba2544e72" /><Relationship Type="http://schemas.openxmlformats.org/officeDocument/2006/relationships/slide" Target="/ppt/slides/slide19.xml" Id="R68955c33752141e8" /><Relationship Type="http://schemas.openxmlformats.org/officeDocument/2006/relationships/slide" Target="/ppt/slides/slide20.xml" Id="R1063cf8f93954009" /><Relationship Type="http://schemas.openxmlformats.org/officeDocument/2006/relationships/slide" Target="/ppt/slides/slide21.xml" Id="Rf480dd31bbc9445b" /><Relationship Type="http://schemas.openxmlformats.org/officeDocument/2006/relationships/slide" Target="/ppt/slides/slide22.xml" Id="Rbb83113e246e4b8d" /><Relationship Type="http://schemas.openxmlformats.org/officeDocument/2006/relationships/slide" Target="/ppt/slides/slide23.xml" Id="R6c00aa1f5b6f4c98" /><Relationship Type="http://schemas.openxmlformats.org/officeDocument/2006/relationships/slide" Target="/ppt/slides/slide24.xml" Id="Rbbcae295eabc473a" /><Relationship Type="http://schemas.openxmlformats.org/officeDocument/2006/relationships/slide" Target="/ppt/slides/slide25.xml" Id="R4fdd036733e3433a" /><Relationship Type="http://schemas.openxmlformats.org/officeDocument/2006/relationships/slide" Target="/ppt/slides/slide26.xml" Id="R231a60c531684af2" /><Relationship Type="http://schemas.openxmlformats.org/officeDocument/2006/relationships/slide" Target="/ppt/slides/slide27.xml" Id="R8d39e877a5894962" /><Relationship Type="http://schemas.openxmlformats.org/officeDocument/2006/relationships/slide" Target="/ppt/slides/slide28.xml" Id="R1fbad01af49a41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d7cd74c32e4f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ad05eecb3f47a1" /><Relationship Type="http://schemas.openxmlformats.org/officeDocument/2006/relationships/notesMaster" Target="/ppt/notesMasters/notesMaster1.xml" Id="Rdcc105aa25ef4a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9f43babb324103" /><Relationship Type="http://schemas.openxmlformats.org/officeDocument/2006/relationships/notesMaster" Target="/ppt/notesMasters/notesMaster1.xml" Id="R0391da805b7b48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bc40cfb7e8425c" /><Relationship Type="http://schemas.openxmlformats.org/officeDocument/2006/relationships/notesMaster" Target="/ppt/notesMasters/notesMaster1.xml" Id="R686eeb7a613b4f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b0ea1542844b32" /><Relationship Type="http://schemas.openxmlformats.org/officeDocument/2006/relationships/notesMaster" Target="/ppt/notesMasters/notesMaster1.xml" Id="R6d79605b670048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044fe9961247cc" /><Relationship Type="http://schemas.openxmlformats.org/officeDocument/2006/relationships/notesMaster" Target="/ppt/notesMasters/notesMaster1.xml" Id="Ra4e96cbc39b64c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95ea00d64649d4" /><Relationship Type="http://schemas.openxmlformats.org/officeDocument/2006/relationships/notesMaster" Target="/ppt/notesMasters/notesMaster1.xml" Id="R8d49a5eeb26b47e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83600df1d74e79" /><Relationship Type="http://schemas.openxmlformats.org/officeDocument/2006/relationships/notesMaster" Target="/ppt/notesMasters/notesMaster1.xml" Id="Rd53b0bebe63e44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95a1508d2548cc" /><Relationship Type="http://schemas.openxmlformats.org/officeDocument/2006/relationships/notesMaster" Target="/ppt/notesMasters/notesMaster1.xml" Id="R3ccec17778214c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4a9671180545d7" /><Relationship Type="http://schemas.openxmlformats.org/officeDocument/2006/relationships/notesMaster" Target="/ppt/notesMasters/notesMaster1.xml" Id="R25ff2dda903648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eb19a91aaf47ad" /><Relationship Type="http://schemas.openxmlformats.org/officeDocument/2006/relationships/notesMaster" Target="/ppt/notesMasters/notesMaster1.xml" Id="Rd8040b5ab08d4f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50b36c3ca54861" /><Relationship Type="http://schemas.openxmlformats.org/officeDocument/2006/relationships/notesMaster" Target="/ppt/notesMasters/notesMaster1.xml" Id="R699b160f4cd8493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69878849af74a4a" /><Relationship Type="http://schemas.openxmlformats.org/officeDocument/2006/relationships/notesMaster" Target="/ppt/notesMasters/notesMaster1.xml" Id="R5e2afcd2cd4f4d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860e81ac6404b31" /><Relationship Type="http://schemas.openxmlformats.org/officeDocument/2006/relationships/notesMaster" Target="/ppt/notesMasters/notesMaster1.xml" Id="R4cf4b98defe649b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3d1a8bf1b6143a6" /><Relationship Type="http://schemas.openxmlformats.org/officeDocument/2006/relationships/notesMaster" Target="/ppt/notesMasters/notesMaster1.xml" Id="Reb0885cf93b74f4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47f4640d7e438b" /><Relationship Type="http://schemas.openxmlformats.org/officeDocument/2006/relationships/notesMaster" Target="/ppt/notesMasters/notesMaster1.xml" Id="Rb1767ad7530547c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561652fe65f4624" /><Relationship Type="http://schemas.openxmlformats.org/officeDocument/2006/relationships/notesMaster" Target="/ppt/notesMasters/notesMaster1.xml" Id="Rd38185b2e6f44c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e244dd640749bd" /><Relationship Type="http://schemas.openxmlformats.org/officeDocument/2006/relationships/notesMaster" Target="/ppt/notesMasters/notesMaster1.xml" Id="R3021a80abd8343e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6a82f154174513" /><Relationship Type="http://schemas.openxmlformats.org/officeDocument/2006/relationships/notesMaster" Target="/ppt/notesMasters/notesMaster1.xml" Id="R543152e18f744ce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19cf4efcc9480c" /><Relationship Type="http://schemas.openxmlformats.org/officeDocument/2006/relationships/notesMaster" Target="/ppt/notesMasters/notesMaster1.xml" Id="Ra13375f36d094ed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a8b0ffec0554c2e" /><Relationship Type="http://schemas.openxmlformats.org/officeDocument/2006/relationships/notesMaster" Target="/ppt/notesMasters/notesMaster1.xml" Id="Rdfa9b0fe69ca4fd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015d0950bb4310" /><Relationship Type="http://schemas.openxmlformats.org/officeDocument/2006/relationships/notesMaster" Target="/ppt/notesMasters/notesMaster1.xml" Id="R691cbe92fb1840a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b52249aef6c4150" /><Relationship Type="http://schemas.openxmlformats.org/officeDocument/2006/relationships/notesMaster" Target="/ppt/notesMasters/notesMaster1.xml" Id="R2c5d145c4e5e4de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8aa9d79633a485e" /><Relationship Type="http://schemas.openxmlformats.org/officeDocument/2006/relationships/notesMaster" Target="/ppt/notesMasters/notesMaster1.xml" Id="R0415991b095b491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7010831c2834757" /><Relationship Type="http://schemas.openxmlformats.org/officeDocument/2006/relationships/notesMaster" Target="/ppt/notesMasters/notesMaster1.xml" Id="Rea7bad4882534d3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2806978e8b84b5f" /><Relationship Type="http://schemas.openxmlformats.org/officeDocument/2006/relationships/notesMaster" Target="/ppt/notesMasters/notesMaster1.xml" Id="R1a58d135b82c43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5f04e43e6554506" /><Relationship Type="http://schemas.openxmlformats.org/officeDocument/2006/relationships/notesMaster" Target="/ppt/notesMasters/notesMaster1.xml" Id="Rac504bafa346498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e0b63c7f46540ed" /><Relationship Type="http://schemas.openxmlformats.org/officeDocument/2006/relationships/notesMaster" Target="/ppt/notesMasters/notesMaster1.xml" Id="R515a0b41fece48e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101429e257742f8" /><Relationship Type="http://schemas.openxmlformats.org/officeDocument/2006/relationships/notesMaster" Target="/ppt/notesMasters/notesMaster1.xml" Id="R1e8710e02a504a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4cc5793f37403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22cffec05d4e70" /><Relationship Type="http://schemas.openxmlformats.org/officeDocument/2006/relationships/slideLayout" Target="/ppt/slideLayouts/slideLayout1.xml" Id="R5fb20ba6b7f847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b20ba6b7f847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1f5a605a56f4efc" /><Relationship Type="http://schemas.openxmlformats.org/officeDocument/2006/relationships/notesSlide" Target="/ppt/notesSlides/notesSlide1.xml" Id="R8fccdccecf3d40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904526a3654baf" /><Relationship Type="http://schemas.openxmlformats.org/officeDocument/2006/relationships/notesSlide" Target="/ppt/notesSlides/notesSlide2.xml" Id="Rcdc2016dba484a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a39ed3f8234176" /><Relationship Type="http://schemas.openxmlformats.org/officeDocument/2006/relationships/notesSlide" Target="/ppt/notesSlides/notesSlide3.xml" Id="Rae55bba39a2f45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cab52bbbfb34761" /><Relationship Type="http://schemas.openxmlformats.org/officeDocument/2006/relationships/image" Target="/ppt/media/image.png" Id="Rafae538ec8bd483b" /><Relationship Type="http://schemas.openxmlformats.org/officeDocument/2006/relationships/notesSlide" Target="/ppt/notesSlides/notesSlide4.xml" Id="Ree19b06052014e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f599d6dd9841f2" /><Relationship Type="http://schemas.openxmlformats.org/officeDocument/2006/relationships/image" Target="/ppt/media/image2.png" Id="Rf4d006d2053f4ce1" /><Relationship Type="http://schemas.openxmlformats.org/officeDocument/2006/relationships/notesSlide" Target="/ppt/notesSlides/notesSlide5.xml" Id="R4dd4399a792e458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671a86dc6f4bf6" /><Relationship Type="http://schemas.openxmlformats.org/officeDocument/2006/relationships/image" Target="/ppt/media/image3.png" Id="R21b0743a7fc44e91" /><Relationship Type="http://schemas.openxmlformats.org/officeDocument/2006/relationships/image" Target="/ppt/media/image4.png" Id="R89433265204045ce" /><Relationship Type="http://schemas.openxmlformats.org/officeDocument/2006/relationships/notesSlide" Target="/ppt/notesSlides/notesSlide6.xml" Id="R3c574240516548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e87f7bfcc44de0" /><Relationship Type="http://schemas.openxmlformats.org/officeDocument/2006/relationships/image" Target="/ppt/media/image5.png" Id="Recb4cfd2912a40ef" /><Relationship Type="http://schemas.openxmlformats.org/officeDocument/2006/relationships/notesSlide" Target="/ppt/notesSlides/notesSlide7.xml" Id="R4a0991992bf349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d1a4e636a1e45bf" /><Relationship Type="http://schemas.openxmlformats.org/officeDocument/2006/relationships/image" Target="/ppt/media/image6.png" Id="R97918f5886644425" /><Relationship Type="http://schemas.openxmlformats.org/officeDocument/2006/relationships/notesSlide" Target="/ppt/notesSlides/notesSlide8.xml" Id="R01e8403ad912482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4c3561e2ca4514" /><Relationship Type="http://schemas.openxmlformats.org/officeDocument/2006/relationships/image" Target="/ppt/media/image7.png" Id="Rd608452280084a72" /><Relationship Type="http://schemas.openxmlformats.org/officeDocument/2006/relationships/notesSlide" Target="/ppt/notesSlides/notesSlide9.xml" Id="Rd05679017ce24f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50109d8531e4b22" /><Relationship Type="http://schemas.openxmlformats.org/officeDocument/2006/relationships/notesSlide" Target="/ppt/notesSlides/notesSlide10.xml" Id="R798f825242c14e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6235042ded84328" /><Relationship Type="http://schemas.openxmlformats.org/officeDocument/2006/relationships/notesSlide" Target="/ppt/notesSlides/notesSlide11.xml" Id="R5748e1a6954840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eda05369e8c4ae7" /><Relationship Type="http://schemas.openxmlformats.org/officeDocument/2006/relationships/notesSlide" Target="/ppt/notesSlides/notesSlide12.xml" Id="Rf6d68666884144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8a51f6837784d33" /><Relationship Type="http://schemas.openxmlformats.org/officeDocument/2006/relationships/image" Target="/ppt/media/image8.png" Id="R56a00dd8732a4c53" /><Relationship Type="http://schemas.openxmlformats.org/officeDocument/2006/relationships/notesSlide" Target="/ppt/notesSlides/notesSlide13.xml" Id="R5e91bc8ec128468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c12c248a8384d60" /><Relationship Type="http://schemas.openxmlformats.org/officeDocument/2006/relationships/image" Target="/ppt/media/image9.png" Id="R8092e845dbab4125" /><Relationship Type="http://schemas.openxmlformats.org/officeDocument/2006/relationships/notesSlide" Target="/ppt/notesSlides/notesSlide14.xml" Id="Rd7f9ff508efe44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8b466d4b4344b79" /><Relationship Type="http://schemas.openxmlformats.org/officeDocument/2006/relationships/image" Target="/ppt/media/image10.png" Id="Rd72a1126f1664360" /><Relationship Type="http://schemas.openxmlformats.org/officeDocument/2006/relationships/image" Target="/ppt/media/image11.png" Id="R6c824feb19654d50" /><Relationship Type="http://schemas.openxmlformats.org/officeDocument/2006/relationships/notesSlide" Target="/ppt/notesSlides/notesSlide15.xml" Id="Re717178532d043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d6e35ca91774fc0" /><Relationship Type="http://schemas.openxmlformats.org/officeDocument/2006/relationships/image" Target="/ppt/media/image12.png" Id="Re760b13abf564906" /><Relationship Type="http://schemas.openxmlformats.org/officeDocument/2006/relationships/notesSlide" Target="/ppt/notesSlides/notesSlide16.xml" Id="R0c21b041ac364de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fe6680fc9684e9a" /><Relationship Type="http://schemas.openxmlformats.org/officeDocument/2006/relationships/notesSlide" Target="/ppt/notesSlides/notesSlide17.xml" Id="R9b998d290c374e1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ada983038544468" /><Relationship Type="http://schemas.openxmlformats.org/officeDocument/2006/relationships/notesSlide" Target="/ppt/notesSlides/notesSlide18.xml" Id="R1ec0e17e5109468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a3ff9ee2d9b4168" /><Relationship Type="http://schemas.openxmlformats.org/officeDocument/2006/relationships/notesSlide" Target="/ppt/notesSlides/notesSlide19.xml" Id="R77370bad12c24a8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28f557b7737445e" /><Relationship Type="http://schemas.openxmlformats.org/officeDocument/2006/relationships/image" Target="/ppt/media/image13.png" Id="Re5d030a019ff41cf" /><Relationship Type="http://schemas.openxmlformats.org/officeDocument/2006/relationships/notesSlide" Target="/ppt/notesSlides/notesSlide20.xml" Id="Rf74f5a8a300b41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ebcd9e32ead40f8" /><Relationship Type="http://schemas.openxmlformats.org/officeDocument/2006/relationships/image" Target="/ppt/media/image14.png" Id="R3db6e3123d264707" /><Relationship Type="http://schemas.openxmlformats.org/officeDocument/2006/relationships/image" Target="/ppt/media/image15.png" Id="Re5f358983e60457b" /><Relationship Type="http://schemas.openxmlformats.org/officeDocument/2006/relationships/notesSlide" Target="/ppt/notesSlides/notesSlide21.xml" Id="Re91856d1bcee4ba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eeaf3b6e4b2440f" /><Relationship Type="http://schemas.openxmlformats.org/officeDocument/2006/relationships/image" Target="/ppt/media/image16.png" Id="R6dcce4bc3f2d4210" /><Relationship Type="http://schemas.openxmlformats.org/officeDocument/2006/relationships/notesSlide" Target="/ppt/notesSlides/notesSlide22.xml" Id="R98b0a2c57c0748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780132ec4084e1c" /><Relationship Type="http://schemas.openxmlformats.org/officeDocument/2006/relationships/notesSlide" Target="/ppt/notesSlides/notesSlide23.xml" Id="Rd91a1a3c34d1478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91a392a6d2c4aa1" /><Relationship Type="http://schemas.openxmlformats.org/officeDocument/2006/relationships/notesSlide" Target="/ppt/notesSlides/notesSlide24.xml" Id="Ra3f7da078d4a4b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5f6a374d016466b" /><Relationship Type="http://schemas.openxmlformats.org/officeDocument/2006/relationships/notesSlide" Target="/ppt/notesSlides/notesSlide25.xml" Id="R7de372f2bd4e4af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5b1e97170b943a1" /><Relationship Type="http://schemas.openxmlformats.org/officeDocument/2006/relationships/image" Target="/ppt/media/image17.png" Id="R064ce2657cb04104" /><Relationship Type="http://schemas.openxmlformats.org/officeDocument/2006/relationships/notesSlide" Target="/ppt/notesSlides/notesSlide26.xml" Id="Rb098eda8f7eb4b8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47caf4eb1334d76" /><Relationship Type="http://schemas.openxmlformats.org/officeDocument/2006/relationships/image" Target="/ppt/media/image18.png" Id="Rab7b3773562f4b2b" /><Relationship Type="http://schemas.openxmlformats.org/officeDocument/2006/relationships/notesSlide" Target="/ppt/notesSlides/notesSlide27.xml" Id="R97970daf0a2a41e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fc37ee792424e60" /><Relationship Type="http://schemas.openxmlformats.org/officeDocument/2006/relationships/notesSlide" Target="/ppt/notesSlides/notesSlide28.xml" Id="Re284944b03df450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75BA8F1-83BA-4433-A27D-A7FF11F05AE6}"/>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031F30FA-D0BF-4B91-8FE0-1D1339BA3CBD}"/>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E6B33008-2EA1-4F97-81B1-B3FD24339DE5}"/>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C34B17EA-A020-498F-A22C-E2BA8F35C21C}"/>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8ED9401-5425-4F85-B769-B52ACAD8C3AC}"/>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54691BDA-CB25-4517-BCD2-9D44AD70514F}"/>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D05D8BB-2DE2-4155-A311-D94DF0A140BD}"/>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09323640-925F-4B49-9C3D-2040416A2F09}"/>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2899699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9BC11AF-A45B-4B81-9624-FBEFDD16A6D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677F4D4-4786-42DD-A812-D1BF1C247B8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D65A4EEE-1A24-4100-BA5B-570CC07B81E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AFBC26F-1BD2-4459-9EF9-70C9EC0D4D23}"/>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37A49CA7-4E9C-4DD1-BF45-377325EFDC86}"/>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46FFC13B-A746-4823-93EA-57550C53C1F8}"/>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6A73D06A-7D57-48A0-B1A0-7D989BE50734}"/>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34348B25-AC3A-4ADF-871F-87BDA0623ABE}"/>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C356D056-F412-4258-AAB3-C73E2F445E25}"/>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95C65994-5C35-4120-886D-1D20DD257C31}"/>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5E3AF6A-A9E0-4EC6-B155-A57E5FEDDD2C}"/>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EF463E1F-0DB0-4508-A7DA-78D2DD1DD658}"/>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BCABA5D-6024-4452-A3F6-879FB20F1B02}"/>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4EE53DBF-DA12-412F-A2FC-7F803F18F3B8}"/>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D72B10E9-5138-474B-A5D1-B04DA2E8B48E}"/>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045E8782-0308-4C7F-9B55-4BF9AC9836E4}"/>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7696481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E3EBCFA-E1A1-49A2-B4D2-C9C7C7CE0C8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9ED6D28-0226-470B-99A0-8902D08B3D6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49728BD6-2C18-4956-AC77-914D234C37D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181A55D-1529-4736-A9B9-4D05C5DF4F51}"/>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ADBAA84-0C3F-4988-A434-CD466B35E0F4}"/>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53F3BDDB-A5B9-4A2F-81A5-67D772C8F173}"/>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FB59A5B0-9FE5-4C1A-9C85-D12703DDCB7A}"/>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766BFD79-8ED4-42C0-9CBF-12BBAD6FA246}"/>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4B326F79-3E93-4AE5-AF41-06FC6D1C7959}"/>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AA2D5DAD-E706-40C2-B402-FC750886656D}"/>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E88E5A7F-C033-4848-892C-98D74571FFAB}"/>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2413EBA7-5445-4050-86D9-138EBC8866AE}"/>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F9DFE6E-798C-4460-B0B4-12A7B3CB0226}"/>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8B70044B-E875-4052-B2CA-9945A57BD8D3}"/>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2CE2A3BC-1371-4BB2-AABA-3F8F1F7A4B5D}"/>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8661EF84-177B-455C-81AA-17D4FBC5C019}"/>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8A0D76CB-5508-4AB4-AEF3-F266B5BEBBD7}"/>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0E3E8CEF-7ABE-4BB1-9BDF-084A82F2DFA6}"/>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12D422D3-8F18-4299-9076-6DD0BBEEC2DC}"/>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EB281D6B-8D9D-416C-98F1-F7C909B43EF1}"/>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7E5AFCD7-F803-458D-9F69-D9F4519031CF}"/>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9DA72713-82A6-46B4-8D3F-1C106003E5E1}"/>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E5912E7A-9D48-43CE-A498-9996E03B3F81}"/>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3940134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8ED586E-CC15-4DAA-8280-64EBD349AF2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7CF659B-CF18-41E1-9E3B-1DAA7D11AF9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EF93C7DE-175E-448A-975F-187649CE2FF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fae538ec8bd483b"/>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72AEC32-A982-4FD6-80FF-E6EC5FDF7F33}"/>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FCE8A45E-39D1-4B0F-8EE7-D6A41507138A}"/>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0907235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832EC6B-D6E4-47AF-AE09-CC770C631A8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7F4A26F-8D69-49C3-B638-DF217F4425C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4B0083C0-1E5F-4A68-9BDD-5FA00175182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4d006d2053f4ce1"/>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250F90E-C140-4CEE-87EC-E4ACDB4BD71B}"/>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3D70E579-F0C6-4D75-9FC0-982EC9870190}"/>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EA485FC0-2598-4B1B-BFBD-45974EFF0DA1}"/>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DFFE78DF-389B-4B4A-9412-A927BE6E0B93}"/>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1D402320-2469-4E97-A50F-C381666F7E16}"/>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1793819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B70300-44DE-4654-8499-C4E58BE777E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282FA0C-DCC5-4478-B855-5CF2EF925C8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FABB38D3-EA7C-4C3E-963F-AD28927DA1D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1b0743a7fc44e91"/>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9433265204045ce"/>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A282EA3-7E1B-429F-8B12-A405F8BFEC31}"/>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10418264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12F0D9E-4292-4AA0-AD18-191CCEF6820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5E1FDF8-359C-4A52-9A53-E810E9EDCE5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E80A0AD5-B5B4-489E-9E98-A90E6CF9E14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cb4cfd2912a40ef"/>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D81F1CB-737F-4BA6-A2BE-3AB8CFC24261}"/>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A8DC66E1-9847-4621-9E45-E09601BE1627}"/>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6487525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6E82D87-5909-4449-A5F1-9D1F56B5451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42CDE90-A5AD-4C0D-83DB-BC4A942AABF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43C73D05-8F9B-42A0-81D8-BC17E1E3C62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7918f5886644425"/>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4BBCC9-733B-4372-A424-7FDFEAC515A2}"/>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7D87C5E9-355B-4C5D-A90A-FE4B76BF2141}"/>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5022057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C44B808-3085-49A0-A978-1F758D32ABF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E0E6750-F9D3-4431-83B0-777679B26CA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84F05C60-4AF1-480D-A3B6-98BFDE05EAE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608452280084a72"/>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F640CD4-B527-45D4-8C38-F212CCDC668F}"/>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D72E1E18-8F39-42CF-81AF-B2AB1670396C}"/>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2969548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6FEC922-09A7-4DAB-83AE-8035DA85FE2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9AAA046-E15F-48F9-91A0-03DA7715D03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35C305EB-2DD8-4D8C-9593-332567A977C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8C827F-9003-4C60-B9F2-D695FA2D272E}"/>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17B33211-3454-4410-A819-9BA6A60ADA0C}"/>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A4909803-690E-4937-9EBC-2962DDFB9A7C}"/>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08FBBD49-6B6F-408A-A7E1-8E17D1B700EE}"/>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57441C91-BA69-4502-8DAD-2AD952ACBDDB}"/>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5955BF1E-0BEA-4C75-BEBA-AD5DA197B67B}"/>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7E0C3A5C-4F4D-47C6-A371-D7B0B4930207}"/>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24E7E280-F366-40CB-B19E-3308052AE85A}"/>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555BDD9D-C198-4642-B8D4-9A8EB068167B}"/>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2E4CF4A6-4D7A-4A79-8A7A-5A0C0BB4D702}"/>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7969C4DB-125C-4353-9F18-7C3BDB539534}"/>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554AF9F1-E73D-4487-8F72-E84A334B7C67}"/>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20763037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9C1DC97-86D1-4701-B46B-70033E7CD485}"/>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E05FDA1C-5196-4E79-A947-9BE31EB532AE}"/>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634DBC1F-2C9A-4601-AC59-529A139AF22D}"/>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3DAC413-5C9E-42D4-806B-3D41B40DE6FA}"/>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65F270D3-E5FB-4004-B15D-3936BACAE6E9}"/>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AF1990-8671-489E-9B4E-BACC9CD3FFB8}"/>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7D6B4E2B-47F4-46B8-AEC5-F9BD35201675}"/>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2775987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661EB0C-8364-4434-8B5C-98E968FB026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D363B35-F425-4023-ABB1-4C638DD0BF2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EB7BA89A-E07D-455D-81CE-602734FF8A2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A38868-0E58-4267-A2A4-6F25F29689F5}"/>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778EF9CC-99B7-48AF-B164-702573BDC188}"/>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825EF281-D3D9-4D30-9F34-0976B9B796EB}"/>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70BEDE40-75E4-4801-9523-6225C8DB1CAD}"/>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074A318F-3F52-422A-98F0-26C9B177DEBF}"/>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1EB63324-F700-4760-868A-B6BB5C5C9CCA}"/>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0F608604-2886-4675-848A-6099376268D6}"/>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B063F92F-84BF-4479-8F85-FB6676463CFF}"/>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8602793E-6514-4255-86FF-408BCF0FFE56}"/>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6CDB35B-FF71-4CAC-90E9-D33014ECED84}"/>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BAC8300F-839A-47BC-B734-C9C025768EC1}"/>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18830405-41F1-4E3A-8B1E-13FB9674A229}"/>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C35C39C9-DC94-4F31-9195-78DEC603B9AD}"/>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3B664BA-6CA5-4171-9E47-F15B51DDC849}"/>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26419702-10D9-4C4F-9D5F-99E5040233E8}"/>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5378FD80-EC12-4080-8EA5-42ED199536CB}"/>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000F2EC5-3AB9-46EF-B79E-C625A2077612}"/>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09552392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27BE9FD-D638-4F91-B315-81388C3A90D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10253B1-BD7C-438B-AA1D-6DAFC02D13A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252C1173-DAF0-4E9F-BAA7-984F1411824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6a00dd8732a4c53"/>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3861A80-2244-468A-A7BF-E7FCAE279F37}"/>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A0E82B30-816E-4618-94F3-323B92BB799B}"/>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30092915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DBA3BBC-11A7-4BF4-A49F-98EA20A40A8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C92DC09-F10A-4974-BAD2-710BDDA37A3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29DF5EA3-0093-4D65-A9FD-E7CC78FA8C1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092e845dbab4125"/>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969591B-7B71-4FF5-A97F-C51F7A5A33A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5F21AB65-A6B1-4224-B81D-19B8A16C7DA0}"/>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69202903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68F20FB-7F08-481C-A092-4A1CE6BD579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31FD37E-992B-472C-BAA8-F453B251B0B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56BFD39F-C9C8-4446-A0E4-DA9D6820EFC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72a1126f1664360"/>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c824feb19654d50"/>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1208543-8FA1-400F-B550-21CB2D89E52E}"/>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185182008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ECD242A-0EF7-4AB1-9F75-F72DD6C4D3B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B7F671F-9F19-4570-8BDE-9245BD3DF73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F49ECA31-E70F-49D5-AEA3-7AAF72C62AF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760b13abf564906"/>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6D5550F-2FA3-4184-821C-75CE76F2A15F}"/>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4AFCA1CC-A26B-43A1-939E-8B2F83BEAA76}"/>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152130092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3A54E9-DBC6-42F0-AFA8-9260BCE4213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85222E3-F781-4BD6-8F4C-C5B8BC29B55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216C8070-C994-4266-A913-06E61E6B063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539993-B23E-4773-B1B8-D444F1312FAD}"/>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F5E6C041-FA33-48D7-8080-E7BF1A3DA6A4}"/>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1ECCC67A-EF9B-40B0-B7D9-A8DBDEBF029E}"/>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81182939-B82F-4634-869A-FB4A75A0C256}"/>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E3606F4-344E-48E0-8BEF-66DC25B023BF}"/>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5C1AAAB2-718C-43BA-9B21-6E6FC9859CEF}"/>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E5A181C-A97B-48A4-97C5-E5C135942D7D}"/>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E4482D36-0F62-4A9F-B4C2-FE9EF930E233}"/>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4E57724A-F078-4E34-8278-0D3B7C11822A}"/>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57901901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D80B4F1-E84B-45B6-8C00-91BEA00BD3E3}"/>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379844A0-0F33-4744-8E18-27BEB922CD1E}"/>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FA4C49DE-EE52-427B-9DC7-531B9CF8B97B}"/>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E31F0E-8852-42AA-A8B3-4B1052A2E325}"/>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A9879A3C-FC92-40CF-A741-D27F26C20054}"/>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AC87A87-BF0C-47CC-B3FD-D766DB1AB1DD}"/>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A406F5E5-12DA-4001-835A-98C897EA0AC5}"/>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20819281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CB1D330-7C38-4940-A775-05303DFC927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7F7015F-6130-4FF6-9F2C-984FFD34CDC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028CE1EC-D337-45B4-8402-F161171B714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77F218-A91A-4FE6-9016-77F131EE9A2B}"/>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2B14DD7-93E9-4243-A0D3-061783F02735}"/>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4E51E5D0-22E1-49BF-A279-E755D9406170}"/>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383C5DFC-1B07-496C-B705-A6A3357F6761}"/>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81E3B9F6-ED6B-4BA3-A65F-CB1AD07C4821}"/>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3083CA6A-5F29-4347-BD22-F504F37D8E1B}"/>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4734B834-5D50-47B4-9136-8CDE233D0B30}"/>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C814E08D-F92F-4251-9E22-BC358EEF07D6}"/>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2CB7ECD4-000C-4B3D-A8FB-171695FB476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2889AF98-146F-4630-9A1C-A7D02B35BCE7}"/>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E1D1D053-EA50-45B1-B06F-976DDFDF5B29}"/>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4DDA383B-857D-4324-8586-A196629D9709}"/>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6F05A8CD-EF09-4892-BB26-5E9B2B758E2C}"/>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45DE8A8-8A43-4457-B9DD-A87577E24A16}"/>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911399A4-C179-4A0C-95C6-624906E91938}"/>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C44CAAD5-FA5D-4FB5-85E6-866E4AC4829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CB37597C-3144-4970-AD23-A197ABC81661}"/>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6596277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42E1616-55A9-4602-BA2A-79E70432565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C389C9A-4CA1-429E-8540-DAC34CFC765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3D1B59C9-DA98-468F-A879-48DD0380C4C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5d030a019ff41cf"/>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8B1A1BD-F69B-4450-A617-2DFE7DFFC28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5E4F176F-9A50-4E47-AF35-EC0D4A5AA8C5}"/>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8614156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9712732-0F22-417D-B71F-1DDE3E420A3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3A3FE99-2F09-4DA4-9FA7-23FB4350D38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D656B06C-7967-4C46-9599-31AE600EFE6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db6e3123d264707"/>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5f358983e60457b"/>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8D655EA-8FD5-4779-ACA4-E436F7D6A5B4}"/>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6184015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26A1DB-9E5D-45DD-A052-4A4C7476D70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3FA5AB6-0757-4FFD-A729-B408AEF9507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CA614CEC-A54D-4B47-82CD-089B211D05B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dcce4bc3f2d4210"/>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560BF53-EA3B-47ED-A9F2-F97E7D310ACA}"/>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C87B4152-D48E-4F68-B64B-CC442FF4EFE8}"/>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136197837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B1D8D2-D440-433A-B7C8-F831AA272D1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17BF554-23A2-4C7C-930D-A4D287E6B1A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0B3A1587-7228-40FC-B483-3C337EAF919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2171A0-065E-4C61-99A3-A6C728BF7FB1}"/>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68B85CFA-959E-4C42-AC99-17FAD5C09044}"/>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EA22FDCA-8D7B-490E-9A81-03553073D2D4}"/>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F8BA4D0D-8EE0-41F4-84CB-29BA2EE24C72}"/>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14026BD5-1301-4FF4-A424-23CA8C645A47}"/>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CD39C826-70A3-4BB4-AD56-35F9E32BD251}"/>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2C15CA20-47E7-4225-83FD-D5E5CED07008}"/>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7D48D42A-1B88-46D6-BFAA-3A622195A77B}"/>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7E42543C-5FD8-4455-AB54-D8AA7BF55A19}"/>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207728962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18403A9-5205-42AD-9E0A-CD6689E6E99F}"/>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B54185A5-A562-4698-8FDA-6FCCD2B7F32F}"/>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07CE1FB5-6776-4C24-B086-D511E3C6D385}"/>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61BC01-2DEA-4C71-A260-34560F08D0C3}"/>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B8E653C9-E23C-4DC1-B962-9148AD917DB3}"/>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7D4868-9198-45BB-A5CC-E545379B5BBB}"/>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54B93021-9401-4852-91D3-B0349D8F63B3}"/>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86806763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B3FC0A9-CAC9-4536-8C2E-B16EEFB6078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5E03B17-9A63-4A85-9955-C8797ADDD26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71725794-55FA-4764-A1B2-AC04F012DAE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927B74E-7CC5-45A8-B7FE-9B60C6859F81}"/>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2B7D866C-35B0-4204-9B29-B046F3BF6384}"/>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5C0EB27F-2A14-4F47-B043-E2CCE82BA891}"/>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12A4178D-D982-4F42-81D1-11B62F1ED551}"/>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DA7A135F-A8C8-4406-B31A-19ADE2747C3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5165BBD3-BA5D-44D1-B16E-1FA5B11441CB}"/>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6017CA6F-963C-4B4E-8B05-E7DA6DE84446}"/>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A207FF1A-FA4A-467B-B8D0-72CE199CCD80}"/>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0CC092A6-82DB-40BA-8EC9-F9DAD350CB9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BDC48653-4231-427A-B1D8-2A63CFBA7DE1}"/>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9F317584-0976-4963-9A31-E57122E0C002}"/>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C4E5292A-9A42-4482-A84E-E6C27B6CFA30}"/>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80FABF14-0CC0-4D39-8F67-C31002B1E47F}"/>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47B72BF2-1BD6-4A35-8058-CD9E4773FA5D}"/>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6EA7361D-8A2A-442F-A88D-BE0159B522E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8C0C65B4-7E29-4936-B184-E372216A65E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4ED68682-BCA1-45E9-B7C1-6126EDDB84B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76172896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9F3FA0E-68A0-495B-AD0E-13238DA5CB0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FDCC519-DEC0-41D2-BFF1-A540E6CD6D3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18D01A58-B714-4630-AAE7-B4F7178EEF5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64ce2657cb04104"/>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F96ABB3-3A90-4B10-9708-FA98EFB26C3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0B4E5558-B3F8-4D31-AF27-8A0D33F5F5B9}"/>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87631189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025F8D2-A27E-4170-86F5-755DA66119B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4592A2A-3EE8-4A3A-9196-343044A7EDF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AA4B746E-D629-4736-85D9-E789B2115F3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b7b3773562f4b2b"/>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79161D5-3989-490B-9AE2-A03C6F5A9B28}"/>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68FBA296-7985-49CC-9F7D-E1E972883102}"/>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663685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6C3E94C-3A32-4BC1-8DA6-29B37308F24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4499957-CF4F-4863-B419-AC30A73BF40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A4B5CBF7-33E2-49C2-9C89-DDE3DE2937A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A6DE3E8-B7A4-4FD2-8E06-BDF5F2982757}"/>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A2D321D6-4E52-4832-B416-811D9BE350DE}"/>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7F54AA3F-2467-43B2-925B-DB289F67F03D}"/>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838DF90E-50C2-4359-BB38-A2CF5962B105}"/>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30B3D294-1F61-40C7-A8F3-9517272898AB}"/>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107DFF7B-D528-4146-9845-374CFAC3CDEF}"/>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5D7EB39A-7EB1-427B-93F9-502638EBAE95}"/>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735C71A4-67CC-4C02-B8E1-4550D2A4B5DA}"/>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3DBD6354-BB39-43F9-A537-76BC473CDD6D}"/>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9136207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2026-07-13T22:06:48.8950000Z</dcterms:created>
  <dcterms:modified xsi:type="dcterms:W3CDTF">2026-07-13T22:06:48.8950000Z</dcterms:modified>
</coreProperties>
</file>