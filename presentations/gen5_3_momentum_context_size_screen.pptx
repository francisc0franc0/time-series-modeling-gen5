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a7b2fdb2134e63" /><Relationship Type="http://schemas.openxmlformats.org/officeDocument/2006/relationships/extended-properties" Target="/docProps/app.xml" Id="R834de973500b4751" /><Relationship Type="http://schemas.openxmlformats.org/officeDocument/2006/relationships/officeDocument" Target="/ppt/presentation.xml" Id="R02445f164e8f4c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60a39da2c34ff7"/>
  </p:sldMasterIdLst>
  <p:notesMasterIdLst>
    <p:notesMasterId xmlns:r="http://schemas.openxmlformats.org/officeDocument/2006/relationships" r:id="R47d0f5faffe944c1"/>
  </p:notesMasterIdLst>
  <p:sldIdLst>
    <p:sldId xmlns:r="http://schemas.openxmlformats.org/officeDocument/2006/relationships" id="256" r:id="R916842fff5094def"/>
    <p:sldId xmlns:r="http://schemas.openxmlformats.org/officeDocument/2006/relationships" id="257" r:id="R3abcdd5f5d064c3d"/>
    <p:sldId xmlns:r="http://schemas.openxmlformats.org/officeDocument/2006/relationships" id="258" r:id="Rf8fd5b3e3d354674"/>
    <p:sldId xmlns:r="http://schemas.openxmlformats.org/officeDocument/2006/relationships" id="259" r:id="R29dc9029b61348be"/>
    <p:sldId xmlns:r="http://schemas.openxmlformats.org/officeDocument/2006/relationships" id="260" r:id="R52b23a7171244bcf"/>
    <p:sldId xmlns:r="http://schemas.openxmlformats.org/officeDocument/2006/relationships" id="261" r:id="R946ffc6d0e7b4c1c"/>
    <p:sldId xmlns:r="http://schemas.openxmlformats.org/officeDocument/2006/relationships" id="262" r:id="Rde2ecd2b77a74e92"/>
    <p:sldId xmlns:r="http://schemas.openxmlformats.org/officeDocument/2006/relationships" id="263" r:id="Rbe443aade0ab4ca1"/>
    <p:sldId xmlns:r="http://schemas.openxmlformats.org/officeDocument/2006/relationships" id="264" r:id="R9fe9d1a9ebad4f08"/>
    <p:sldId xmlns:r="http://schemas.openxmlformats.org/officeDocument/2006/relationships" id="265" r:id="Rb7d1cae3fecb41c2"/>
    <p:sldId xmlns:r="http://schemas.openxmlformats.org/officeDocument/2006/relationships" id="266" r:id="R6375943c454b4ba1"/>
    <p:sldId xmlns:r="http://schemas.openxmlformats.org/officeDocument/2006/relationships" id="267" r:id="R8889e82af2f6416c"/>
    <p:sldId xmlns:r="http://schemas.openxmlformats.org/officeDocument/2006/relationships" id="268" r:id="Rda487666badd4cf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e0ef0a894e410c" /><Relationship Type="http://schemas.openxmlformats.org/officeDocument/2006/relationships/slideMaster" Target="/ppt/slideMasters/slideMaster1.xml" Id="Rea60a39da2c34ff7" /><Relationship Type="http://schemas.openxmlformats.org/officeDocument/2006/relationships/notesMaster" Target="/ppt/notesMasters/notesMaster1.xml" Id="R47d0f5faffe944c1" /><Relationship Type="http://schemas.openxmlformats.org/officeDocument/2006/relationships/presProps" Target="/ppt/presProps.xml" Id="Rcfc8cad577e94b70" /><Relationship Type="http://schemas.openxmlformats.org/officeDocument/2006/relationships/tableStyles" Target="/ppt/tableStyles.xml" Id="R6d6071187c664e23" /><Relationship Type="http://schemas.openxmlformats.org/officeDocument/2006/relationships/slide" Target="/ppt/slides/slide1.xml" Id="R916842fff5094def" /><Relationship Type="http://schemas.openxmlformats.org/officeDocument/2006/relationships/slide" Target="/ppt/slides/slide2.xml" Id="R3abcdd5f5d064c3d" /><Relationship Type="http://schemas.openxmlformats.org/officeDocument/2006/relationships/slide" Target="/ppt/slides/slide3.xml" Id="Rf8fd5b3e3d354674" /><Relationship Type="http://schemas.openxmlformats.org/officeDocument/2006/relationships/slide" Target="/ppt/slides/slide4.xml" Id="R29dc9029b61348be" /><Relationship Type="http://schemas.openxmlformats.org/officeDocument/2006/relationships/slide" Target="/ppt/slides/slide5.xml" Id="R52b23a7171244bcf" /><Relationship Type="http://schemas.openxmlformats.org/officeDocument/2006/relationships/slide" Target="/ppt/slides/slide6.xml" Id="R946ffc6d0e7b4c1c" /><Relationship Type="http://schemas.openxmlformats.org/officeDocument/2006/relationships/slide" Target="/ppt/slides/slide7.xml" Id="Rde2ecd2b77a74e92" /><Relationship Type="http://schemas.openxmlformats.org/officeDocument/2006/relationships/slide" Target="/ppt/slides/slide8.xml" Id="Rbe443aade0ab4ca1" /><Relationship Type="http://schemas.openxmlformats.org/officeDocument/2006/relationships/slide" Target="/ppt/slides/slide9.xml" Id="R9fe9d1a9ebad4f08" /><Relationship Type="http://schemas.openxmlformats.org/officeDocument/2006/relationships/slide" Target="/ppt/slides/slide10.xml" Id="Rb7d1cae3fecb41c2" /><Relationship Type="http://schemas.openxmlformats.org/officeDocument/2006/relationships/slide" Target="/ppt/slides/slide11.xml" Id="R6375943c454b4ba1" /><Relationship Type="http://schemas.openxmlformats.org/officeDocument/2006/relationships/slide" Target="/ppt/slides/slide12.xml" Id="R8889e82af2f6416c" /><Relationship Type="http://schemas.openxmlformats.org/officeDocument/2006/relationships/slide" Target="/ppt/slides/slide13.xml" Id="Rda487666badd4c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0c6dafe3c34c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653c2ead4144e3" /><Relationship Type="http://schemas.openxmlformats.org/officeDocument/2006/relationships/notesMaster" Target="/ppt/notesMasters/notesMaster1.xml" Id="Rfc259c9a3e39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e066223be14b94" /><Relationship Type="http://schemas.openxmlformats.org/officeDocument/2006/relationships/notesMaster" Target="/ppt/notesMasters/notesMaster1.xml" Id="R67ad4677b3954e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ec0f2d7c2f4aec" /><Relationship Type="http://schemas.openxmlformats.org/officeDocument/2006/relationships/notesMaster" Target="/ppt/notesMasters/notesMaster1.xml" Id="Rcd2ad8c3d6fd46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2b702778dc4142" /><Relationship Type="http://schemas.openxmlformats.org/officeDocument/2006/relationships/notesMaster" Target="/ppt/notesMasters/notesMaster1.xml" Id="R7d94392e44594f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1ad9d2c84e4528" /><Relationship Type="http://schemas.openxmlformats.org/officeDocument/2006/relationships/notesMaster" Target="/ppt/notesMasters/notesMaster1.xml" Id="Re981b940575a4b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734f2b456f40fb" /><Relationship Type="http://schemas.openxmlformats.org/officeDocument/2006/relationships/notesMaster" Target="/ppt/notesMasters/notesMaster1.xml" Id="R2c469f58524847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b1994fcd094ee2" /><Relationship Type="http://schemas.openxmlformats.org/officeDocument/2006/relationships/notesMaster" Target="/ppt/notesMasters/notesMaster1.xml" Id="R833f1f0ef60348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a465609c8d46a8" /><Relationship Type="http://schemas.openxmlformats.org/officeDocument/2006/relationships/notesMaster" Target="/ppt/notesMasters/notesMaster1.xml" Id="Rdeea1a1d949e43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ede8cb65ca49ca" /><Relationship Type="http://schemas.openxmlformats.org/officeDocument/2006/relationships/notesMaster" Target="/ppt/notesMasters/notesMaster1.xml" Id="R2af4af2b6dbb42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31685ab46b46f6" /><Relationship Type="http://schemas.openxmlformats.org/officeDocument/2006/relationships/notesMaster" Target="/ppt/notesMasters/notesMaster1.xml" Id="R593ef6e9c4fb4d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da911e3f0b049f0" /><Relationship Type="http://schemas.openxmlformats.org/officeDocument/2006/relationships/notesMaster" Target="/ppt/notesMasters/notesMaster1.xml" Id="Rf6ef2fb2324848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e24742560d41bb" /><Relationship Type="http://schemas.openxmlformats.org/officeDocument/2006/relationships/notesMaster" Target="/ppt/notesMasters/notesMaster1.xml" Id="Radfb6e0cacf84ed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1f7cea848d47f2" /><Relationship Type="http://schemas.openxmlformats.org/officeDocument/2006/relationships/notesMaster" Target="/ppt/notesMasters/notesMaster1.xml" Id="R6409a7aaeb404e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4ea2b142a94d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79514d97284b5e" /><Relationship Type="http://schemas.openxmlformats.org/officeDocument/2006/relationships/slideLayout" Target="/ppt/slideLayouts/slideLayout1.xml" Id="R44a25fc431d949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a25fc431d949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edbe2485e4e16" /><Relationship Type="http://schemas.openxmlformats.org/officeDocument/2006/relationships/notesSlide" Target="/ppt/notesSlides/notesSlide1.xml" Id="Rea2b8ad31cdb45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d11a8c7974d4a" /><Relationship Type="http://schemas.openxmlformats.org/officeDocument/2006/relationships/notesSlide" Target="/ppt/notesSlides/notesSlide2.xml" Id="Rf1ea72d350cd44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8b5f7e2d24cf2" /><Relationship Type="http://schemas.openxmlformats.org/officeDocument/2006/relationships/notesSlide" Target="/ppt/notesSlides/notesSlide3.xml" Id="R777c44f550ae45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ef10115f84c0b" /><Relationship Type="http://schemas.openxmlformats.org/officeDocument/2006/relationships/notesSlide" Target="/ppt/notesSlides/notesSlide4.xml" Id="R71b73a1f16b642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3ae3e1efd4c5f" /><Relationship Type="http://schemas.openxmlformats.org/officeDocument/2006/relationships/notesSlide" Target="/ppt/notesSlides/notesSlide5.xml" Id="Rf81f7c490c3e4f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5459bc7a54c91" /><Relationship Type="http://schemas.openxmlformats.org/officeDocument/2006/relationships/image" Target="/ppt/media/image.png" Id="Rdf11fe93aa9a4736" /><Relationship Type="http://schemas.openxmlformats.org/officeDocument/2006/relationships/notesSlide" Target="/ppt/notesSlides/notesSlide6.xml" Id="R849310b6f1ed41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d76a838fc46d5" /><Relationship Type="http://schemas.openxmlformats.org/officeDocument/2006/relationships/notesSlide" Target="/ppt/notesSlides/notesSlide7.xml" Id="R988c24d443af4a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0ec0b54344c4c" /><Relationship Type="http://schemas.openxmlformats.org/officeDocument/2006/relationships/image" Target="/ppt/media/image2.png" Id="Rb2f8a942c5494631" /><Relationship Type="http://schemas.openxmlformats.org/officeDocument/2006/relationships/notesSlide" Target="/ppt/notesSlides/notesSlide8.xml" Id="Rd714fb09ab3442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b179ebc5d440c" /><Relationship Type="http://schemas.openxmlformats.org/officeDocument/2006/relationships/chart" Target="/ppt/slides/charts/chart1.xml" Id="R8eded367f43d46c3" /><Relationship Type="http://schemas.openxmlformats.org/officeDocument/2006/relationships/notesSlide" Target="/ppt/notesSlides/notesSlide9.xml" Id="Rcdd4f16a3d6d46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f5edd99fd4804" /><Relationship Type="http://schemas.openxmlformats.org/officeDocument/2006/relationships/image" Target="/ppt/media/image3.png" Id="R45491865c7d74dae" /><Relationship Type="http://schemas.openxmlformats.org/officeDocument/2006/relationships/notesSlide" Target="/ppt/notesSlides/notesSlide10.xml" Id="R5cf2dd16556d48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185d4783c4a7b" /><Relationship Type="http://schemas.openxmlformats.org/officeDocument/2006/relationships/image" Target="/ppt/media/image4.png" Id="R0e05d26e70cb4fa9" /><Relationship Type="http://schemas.openxmlformats.org/officeDocument/2006/relationships/notesSlide" Target="/ppt/notesSlides/notesSlide11.xml" Id="R69b36a81f9e942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a90f9cc594b0a" /><Relationship Type="http://schemas.openxmlformats.org/officeDocument/2006/relationships/notesSlide" Target="/ppt/notesSlides/notesSlide12.xml" Id="R9bbe17b8a49b44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89fe666be4e5b" /><Relationship Type="http://schemas.openxmlformats.org/officeDocument/2006/relationships/notesSlide" Target="/ppt/notesSlides/notesSlide13.xml" Id="R9b7b4da3aa5e486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D22403-7E5E-4549-ADF7-27616952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5BB50D-7C29-495E-B22B-0341D858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56E5B-01B5-4358-BBEA-BFDA0580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AF9497-B72A-48B6-9B47-AC273CEA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516A2-8EA1-41C4-9E64-918F29C4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E7B3F-880C-43C5-9D9B-447062C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726126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C59D45-82FD-44D0-9142-512574EC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8B7D8-6B45-4AA8-B543-A2016C0E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A1D94-BEBC-4789-BFB8-7E9AFBD4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96D9C-BC95-40DA-95B1-FF7D92CE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0BA2D-0727-45EA-92F6-EB49082B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51A81-B8DD-4AF0-8F3E-93F18E31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AB7A9-437E-4B77-83BC-F44BF673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3CE15-03D3-474B-837A-D230B4C0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8BFED-C696-4B80-ADE2-9006F176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AC8CE-041E-4D43-A770-5B1BBF89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6FCC2-E83A-4C06-A0D6-7023F6BF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301FD-31BF-46C2-B8A9-1FC2836F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55691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D19D86-1D6F-438F-B302-DC611311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AA793-7D43-411D-8FBC-2A8E48F2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2E757-0E4B-48BA-BB68-732725B8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D12D5-4DDB-4208-8EE0-5443C929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2E73D-8E07-43A4-933E-43E1F1F0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67D36-4619-47F1-87C0-D1D342B4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92B3C-6BE0-4693-AD27-E2B959BF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2D0C5A-E41A-4014-8B6A-A677665E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6B600-EDE1-4D35-8E3D-A0B6DEFA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C022F-CEB2-447B-82B0-CBC59CA8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6C2B4-B57B-4B7F-A367-E175B229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01C38-DDFB-454D-938E-0767A5BF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DF746-37D5-49F5-80FA-DBFE51C9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902006-2088-46FB-BABC-3C4A28A9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B26F-61FE-4E4E-A214-E8725664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22C5E-2987-44C0-AB09-EAF185BB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35D5EE-A863-443B-A79D-958672B0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6985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F85C5-9D09-4D39-8392-7150B08F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93A69E-6379-438A-9B02-8BAC6618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ACA8E-35CC-446F-864E-1FD669E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B19C6-526B-4987-A378-45B0E3A9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950D6-F4F4-4156-8F34-D529AF5F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50792-14BB-4AEF-9160-726685D3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D05A2-FCD8-43D6-A803-7095564D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95D69-3A0B-4088-B7CD-987228B1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3A2CE-0C9B-475E-8498-20BDD3BA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85E15-718B-4A7E-BB34-B4EB6B31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C48CF-FE2B-4EE0-AE62-3DD80864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B70A9A-45F7-41F5-B9D6-DBF8F24F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E4851C-09C3-448C-A8EE-20C0C286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83D2E-B25E-40B7-A7A1-A100B406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74134B-263A-4109-9AF5-034B3916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5E294-9D39-4DB5-8551-BA98E3F6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4D1F35-87B7-47A9-8703-48D37CCE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86923A-52B9-42FA-B8B2-0ED1431D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E5A860-BD5A-426B-8535-126239D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16498E-73A3-4EDB-B9ED-1B3779DA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8A2618-8DBE-4698-9219-955D185E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36FA75-C0CD-4173-B656-C7C7B620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F76113-35E0-42BC-BEE7-408999BF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9EE314-E813-4BBA-8063-C277B534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7FAAE0-25E9-4BDE-A68B-0BAD9D55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18EAC4-AAE4-409D-951F-99BD8EA1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B812D2-4030-43CF-9844-C003986C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614C68-97C7-4048-958B-E9CAB819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3FB996-3122-46DF-A14B-C52C5E21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8CBC80-5F6C-40CF-B19A-661347E1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402564-5620-4E81-987C-87F6E656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DCBCAB-02C6-4F17-A9C9-B1559BC0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B1DA72-B7A2-445B-B642-46067B99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96392D-3711-4EF8-93D1-7AC97BFE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096796-87DD-42FF-B539-AA607BA0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CD422D-55E2-4C39-A3AA-425AE6D1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66ED3F-42D3-41E1-AC9E-83C5B281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3D09F1-1112-4D31-AAE1-20AF44B4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0D3463-3882-40CB-823C-FCE2FF3D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BAB944-B9D9-4E63-804E-96A826D8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E0A8DC-8C4B-43F0-8CF1-9BFD2BE5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08EF5B-AA3B-4C2E-A08A-FF9921A8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70F2D8-79F3-4879-BA3C-59FF5669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37B45B-9E10-4F06-B2FA-2989D96C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F9BF02-818F-4384-B792-EF1BA0EF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3AF95E-D2A0-4153-AF15-D1BEF191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DEC44B-87E4-4E4A-A697-56463A2E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A633F0-753B-4F15-860A-350A13FE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655425-664F-4475-9F8C-F8E97934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07713E-2A37-42AA-88D9-3D6A98BD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599373-36A1-4872-8588-A6C602BF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807127-625B-44EE-ABED-7C8E4E23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CA4250-00EF-404C-A0CE-E03E25D2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E710EB5-11E3-419E-A435-16F7F266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FB7DCC-39A5-4823-A78B-2E44FCE1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B45FE4-3194-455C-8D11-C1C88750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84C99C-438F-4650-964E-CC8EE47E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C306BA1-1D9C-4A09-AFFA-2A488010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509C660-2DFE-47E5-8A53-878CA2AF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797FC3D-2F62-4BA6-8DB0-8F911933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97146DC-BBD9-4D41-949B-87E50D67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58C7435-ACBA-4348-B1A2-7471D0E6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A4301B9-F0D9-409D-BBCC-D8D0C34D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C5AF10-C0B5-4571-8CB0-00A66C34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E03BFD7-CA2D-46E7-B9A7-F0808D3C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3D88FAC-B710-4214-ABC1-6F2B5BD8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3FCD06-B490-480E-B8CC-D89F6943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56E5861-4948-480E-8F07-A62C9474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3F8892-A149-4F46-BC38-46691BD9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68B7E5-4440-4F77-9583-8127859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167947-70A2-4A80-BEB8-C20AAB49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E4C1AFB-3255-44FB-B741-B46CB581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28D522F-3959-41B1-A52E-8B4454D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D474BF-AB2C-45BB-921C-B49AC1A3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CCED6FF-2BAE-49D8-AB09-6397B591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6809E4-3152-4B67-A078-3624D05B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1AE70D1-5862-4F0A-9E1E-7830F787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CC93FB8-AC91-47A7-9E8E-C7BF7D3B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EE82E63-369F-4169-AC54-2BDCFB01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5F91FDB-03B5-43F4-913D-3D4B156C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81EBAD5-D970-45C2-9164-4EE92A61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B209CC0-D4CD-40B2-96C5-8F678A7B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B7F00D3-07B8-4ADB-AEB1-C94732D0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1BD8F3-533E-44E8-91C4-42E21BA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9E8B8EE-F864-4B95-A020-665EE854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36E7FD-7E27-4EE4-A0C0-FBCAEED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C9AA3C8-9CAD-4B85-8312-2FC6DB11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7BEFE44-884A-4F1B-9ED0-8389928D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6DD308-2C68-433C-8F3A-A3B3350A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9B4019A-2A8B-46A5-822F-1C321BE3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1B4B882-5DA1-43DE-82B4-314CBCAF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641949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356A93-56B2-44CB-95A7-4DF458AD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AB48A-3999-45F6-BB91-6E98013F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0E6CB-AE91-4934-9784-89B3A623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D0FE0-AAE7-43FD-8F83-83FC2FEC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55838-C397-4473-A8A2-32058FA2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AAD3A-61DD-4A34-9D1C-61CDC6CA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A0CFA-4D90-41E1-AEA5-E6783EFB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98E04-C015-4430-80F2-6287E818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DAACA-9F26-40EB-A8F9-268CD10D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21716-5028-4494-BB5D-6AA3B233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B8D39-C5A5-456C-8550-F276002D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60EDA-7075-49A2-8433-F8C79A7B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D31A8-1F6A-4F82-A5BC-B810373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1D59B-72AD-4544-80F8-B3D80908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2FF87-5602-46FB-ACCD-DA0F322F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DAFAE-0EDC-4706-8566-B305C9C3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B7CDE-9720-438B-9E84-865E852C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BD65B-006D-45F0-8453-C5E6D144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9BCE6-6DDB-47B5-B970-D8608C59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501158-D579-47A0-B015-53086A8C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BA8A57-E475-4E5B-B5FE-2A3FA69F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9326B-CFA0-4D69-9A7B-A53D54E1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B7F145-8C14-4A39-A529-F5C44657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98B29C-01A0-4C94-B344-AE41A469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5757E2-1939-4675-8362-D8B2AA33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F674D-DEAE-486A-AC78-9BBA3B80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896780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F2A3F0-A1AA-4151-B86E-9410C9BB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97677-A27F-49DB-A119-1F67E05C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9DBB0-5206-48D6-B01E-1E5DCC6B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1fe93aa9a4736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BDE69-05B1-4703-A71E-E832F3EA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A1087-AC0D-40C5-96C2-84A14DC5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600BCE-48AA-4807-A64A-CC5E18C3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A6B2F2-893C-41EB-8D92-6A827692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F9C5A-DBD0-4CBE-813E-E53416C4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7FCD1-C28E-46E7-953B-D1F33ECA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50E445-FF43-476B-B410-92F776B1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514BF9-88E5-457B-B031-DAA903A0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DB658-1F41-412A-8B8F-6FF00E79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21193-B44A-4539-B997-C3F45038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8975FE-03D2-4A13-A9B7-B6D9B942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43544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7B2F40-6D99-491A-814E-2D38CCCC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7F67F-73BC-40D0-A23C-A0E8C829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6B3AF-09C5-434A-8C87-EBACB03F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D14D2-0430-4589-AE7D-FCC626B9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B1694-2AC7-4DB2-A232-85BEE6E2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9BBCC-37F7-4AD7-9503-EBFDE4E9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8D6998-2C87-42A7-B1D0-D8F0D27E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AD801A-7B5C-4492-8E5B-16355C46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5AF08-67AB-4B1B-9C44-B7E98331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77CA1-9F53-444E-9837-8D69EB5C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FDB2D-B5AE-46DC-9AEE-70516058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6C7AD-D6F8-4788-936F-E8221FCE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EFEB06-8402-4FD3-B0F2-7EC85168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DD5D6-D990-40AF-96A9-58A029E3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EC539-E5E4-4751-A330-C64EA4CB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1F2C1-454E-4AA8-A800-9B8D1910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75A92A-0F94-46B7-B2F3-A25F8A57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524D6F-D1E3-45A8-B7F4-5452F82E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E57E83-2AC8-48A9-8741-9E41174D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2565F-2F8E-4E5F-A5D0-2221BF78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F21EDD-ACB0-4631-8FB5-0AB0B970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6B2F00-593F-49A8-8726-9B9E5CB3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B4A9B-809D-4F14-92EB-E6CE5060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60776-47C4-420F-A32F-A836C3FF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F2C9DB-4A5D-4018-BA40-970E9932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B9619D-64B9-417D-B850-1CEF79D4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D6D28-29B8-4552-BCBC-0A03F233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04C76F-415B-40B0-BD47-348C52B9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290D1F-573A-4461-8268-2278B1C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602190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056F30-BEF5-4161-9E57-A25178E6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D604E-D1F6-4A89-90FD-23DBDCFD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01012-A447-4798-B42F-33A2F58F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8a942c5494631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892FC-64B9-4FCB-8A48-1AB456BA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8C82E-58C7-4A12-A35C-85B4066B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47EF6-5254-4ADF-BBEE-72B413EE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B898D-5932-4148-8D9E-F8AC70E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782393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FD369B-1CCC-47A7-A8B4-1B1949F1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E2129-01D6-4311-A19E-218E5E05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3EE14-CBE2-4D6C-A9D2-F56206CC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ded367f43d46c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7093B-F540-4ACB-9F6B-182FAA10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BF068-65CB-434E-82A5-152DBEE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4F072-21C3-494E-B5FD-660C7C2C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34202-47EA-4144-8D00-78C9F841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002FB-A87C-4233-9060-36F887C7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BFD8D-5D24-4A2F-ADAC-ED5345CC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ABE53-E6CF-442F-8415-181ED471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6F0C3-DDC3-4B8B-9164-3AA5D639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E5118-5687-4501-B3B6-5BCEDFDA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402828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D3DB81-3CCE-4C32-BC6B-E0F7C240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FD28B-E84C-477B-9384-02A7C4C4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8EA12-0465-44A6-B1D4-98B5A88F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91865c7d74dae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DE43E-1D9E-4D93-83DB-68A9EE13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52AF1-02A1-4CAF-9EC9-FDD0D34A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5DF38-5143-4B2E-BB67-DFEA1A04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DE713-882B-4E4B-91E0-D60E6BED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760053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68C056-1D0B-492A-825C-F526F357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769EF-C02D-43EF-9302-7E4B387E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90A02-D738-44CD-BBFC-220926C2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5d26e70cb4fa9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B2A49-D311-46A4-B6EC-52F10C8E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812E3-7FAA-45EA-815C-1672293D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BE384-2EA7-4C53-A5BC-39ED3834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D0AA4-BF7C-49D1-9824-3242155F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A6E6C-03B9-4DF8-BC9A-13FB548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4EEFE-0ED1-439D-850E-C6DA00A9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698A0-8786-4AE9-B067-D5CD3A34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892EC-58AB-46F5-B05D-DCDD1696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077AAB-06DD-4DE4-A339-3B5438BD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159819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565518-5C75-4B63-B7F3-89DC3DA8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2CB12-8ABC-4C36-933A-407BC54D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EDC4E-848E-485E-9087-BD0CF5E1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16929-0636-4198-B332-265F45E1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DABB3-A0F0-4C35-9E97-03682CAC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CFFB9-2B14-43FA-8C5C-F1EE2FA0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2D407-8A34-4795-9D1A-3CDFEC11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13D1F-1577-4F0E-BDEB-E42388C8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148A6-F95F-4BB2-8F02-855C98CF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4E1D7-2A83-4650-912A-ECC28098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69CB7B-2C4E-4CC0-A252-37FF467A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299CD2-8001-408B-9501-A17BCEC7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7F585-DD4B-4636-A965-9C7DC841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23250E-0F6D-4BCF-A1ED-6EA7E6EE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054089-BEBE-4735-A582-EC4625B6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A01C27-CC1B-4195-B350-6BEEF9B0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75130-C04B-4D8C-B122-11D99EA4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736134-3B07-418F-84AF-528740DB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BE9628-620F-4944-901C-421AF9CE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9E41A-E192-4AC0-B633-779DFB10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9A6EEA-5B80-4BC8-9332-FBEBDE51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F84DBE-5DCA-44B3-A45F-DCADDCE4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9EE5D9-4895-4A83-BE18-A921C2F2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43A2AD-C043-482C-B8DF-E0E70897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6A643E-005F-4243-901B-E3BA00EC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97915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C6A94F-31C5-44F3-BE9D-DFEA3CD2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BA639-B96E-4B1A-B96D-9DB440A7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47B67-AF29-4576-8AC0-75CDAEB8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32C3B-D878-4F3F-AADE-D8518CDB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31815-7082-49EE-B29C-A9AF3C51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81D2E-620C-4AD4-81FA-B9F46370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CA19F-2F25-43F3-AAA1-6C6E77BA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59DCE-7D93-4077-9E1A-549E0B8B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AD7065-04C7-4B86-8F15-A05A09D9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06C08-580F-4381-A25E-137D003D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73D57-1B98-4E1E-9AAD-B92500B8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C5822-6FCB-4395-AD4E-A5447DBA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BF7BB-A9A0-4EE3-93A8-69292F29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FFD9D-8D6E-4525-8DDB-59DB85C0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BAA20-603D-45C4-A92B-80A1D8C6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A4AA0D-A4A7-48DC-BA7E-EEE6EB09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03BBD-1D5B-434F-B67D-3741ABC2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60238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2026-07-11T23:24:54.9750000Z</dcterms:created>
  <dcterms:modified xsi:type="dcterms:W3CDTF">2026-07-11T23:24:54.9750000Z</dcterms:modified>
</coreProperties>
</file>