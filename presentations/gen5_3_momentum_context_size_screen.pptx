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93442e7be7401e" /><Relationship Type="http://schemas.openxmlformats.org/officeDocument/2006/relationships/extended-properties" Target="/docProps/app.xml" Id="R447babb2de874c1f" /><Relationship Type="http://schemas.openxmlformats.org/officeDocument/2006/relationships/officeDocument" Target="/ppt/presentation.xml" Id="R472ae85403e345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a1e88b1be34b9a"/>
  </p:sldMasterIdLst>
  <p:notesMasterIdLst>
    <p:notesMasterId xmlns:r="http://schemas.openxmlformats.org/officeDocument/2006/relationships" r:id="R7060fdf3e5b34e5e"/>
  </p:notesMasterIdLst>
  <p:sldIdLst>
    <p:sldId xmlns:r="http://schemas.openxmlformats.org/officeDocument/2006/relationships" id="256" r:id="R366ef6022fc0419b"/>
    <p:sldId xmlns:r="http://schemas.openxmlformats.org/officeDocument/2006/relationships" id="257" r:id="Re39d7ebd32cc4ae5"/>
    <p:sldId xmlns:r="http://schemas.openxmlformats.org/officeDocument/2006/relationships" id="258" r:id="Raf440324eb0f4070"/>
    <p:sldId xmlns:r="http://schemas.openxmlformats.org/officeDocument/2006/relationships" id="259" r:id="Rdb3c6042cdb34f36"/>
    <p:sldId xmlns:r="http://schemas.openxmlformats.org/officeDocument/2006/relationships" id="260" r:id="R160e0061c0cf4dbd"/>
    <p:sldId xmlns:r="http://schemas.openxmlformats.org/officeDocument/2006/relationships" id="261" r:id="R4c6bba99f70c40be"/>
    <p:sldId xmlns:r="http://schemas.openxmlformats.org/officeDocument/2006/relationships" id="262" r:id="R4bc1845d74cb4b58"/>
    <p:sldId xmlns:r="http://schemas.openxmlformats.org/officeDocument/2006/relationships" id="263" r:id="R61e832b5a2a2422d"/>
    <p:sldId xmlns:r="http://schemas.openxmlformats.org/officeDocument/2006/relationships" id="264" r:id="R47d0d1c4483e4104"/>
    <p:sldId xmlns:r="http://schemas.openxmlformats.org/officeDocument/2006/relationships" id="265" r:id="R370d7e724da9416a"/>
    <p:sldId xmlns:r="http://schemas.openxmlformats.org/officeDocument/2006/relationships" id="266" r:id="Rb4b6471ec7a443af"/>
    <p:sldId xmlns:r="http://schemas.openxmlformats.org/officeDocument/2006/relationships" id="267" r:id="Rfb0da01cea29402f"/>
    <p:sldId xmlns:r="http://schemas.openxmlformats.org/officeDocument/2006/relationships" id="268" r:id="R7ba5761d2bfe404a"/>
    <p:sldId xmlns:r="http://schemas.openxmlformats.org/officeDocument/2006/relationships" id="269" r:id="Rb7b643402df64e1c"/>
    <p:sldId xmlns:r="http://schemas.openxmlformats.org/officeDocument/2006/relationships" id="270" r:id="Ra5e254293ca84144"/>
    <p:sldId xmlns:r="http://schemas.openxmlformats.org/officeDocument/2006/relationships" id="271" r:id="R2824b61001cf45d7"/>
    <p:sldId xmlns:r="http://schemas.openxmlformats.org/officeDocument/2006/relationships" id="272" r:id="Raa74517427074fc1"/>
    <p:sldId xmlns:r="http://schemas.openxmlformats.org/officeDocument/2006/relationships" id="273" r:id="R9e8eef8c248841cd"/>
    <p:sldId xmlns:r="http://schemas.openxmlformats.org/officeDocument/2006/relationships" id="274" r:id="R6877f1c8fecb47e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463d74885e4e8f" /><Relationship Type="http://schemas.openxmlformats.org/officeDocument/2006/relationships/slideMaster" Target="/ppt/slideMasters/slideMaster1.xml" Id="R06a1e88b1be34b9a" /><Relationship Type="http://schemas.openxmlformats.org/officeDocument/2006/relationships/notesMaster" Target="/ppt/notesMasters/notesMaster1.xml" Id="R7060fdf3e5b34e5e" /><Relationship Type="http://schemas.openxmlformats.org/officeDocument/2006/relationships/presProps" Target="/ppt/presProps.xml" Id="Rac3bc32a5bf5460c" /><Relationship Type="http://schemas.openxmlformats.org/officeDocument/2006/relationships/tableStyles" Target="/ppt/tableStyles.xml" Id="R98188f2e4e89450d" /><Relationship Type="http://schemas.openxmlformats.org/officeDocument/2006/relationships/slide" Target="/ppt/slides/slide1.xml" Id="R366ef6022fc0419b" /><Relationship Type="http://schemas.openxmlformats.org/officeDocument/2006/relationships/slide" Target="/ppt/slides/slide2.xml" Id="Re39d7ebd32cc4ae5" /><Relationship Type="http://schemas.openxmlformats.org/officeDocument/2006/relationships/slide" Target="/ppt/slides/slide3.xml" Id="Raf440324eb0f4070" /><Relationship Type="http://schemas.openxmlformats.org/officeDocument/2006/relationships/slide" Target="/ppt/slides/slide4.xml" Id="Rdb3c6042cdb34f36" /><Relationship Type="http://schemas.openxmlformats.org/officeDocument/2006/relationships/slide" Target="/ppt/slides/slide5.xml" Id="R160e0061c0cf4dbd" /><Relationship Type="http://schemas.openxmlformats.org/officeDocument/2006/relationships/slide" Target="/ppt/slides/slide6.xml" Id="R4c6bba99f70c40be" /><Relationship Type="http://schemas.openxmlformats.org/officeDocument/2006/relationships/slide" Target="/ppt/slides/slide7.xml" Id="R4bc1845d74cb4b58" /><Relationship Type="http://schemas.openxmlformats.org/officeDocument/2006/relationships/slide" Target="/ppt/slides/slide8.xml" Id="R61e832b5a2a2422d" /><Relationship Type="http://schemas.openxmlformats.org/officeDocument/2006/relationships/slide" Target="/ppt/slides/slide9.xml" Id="R47d0d1c4483e4104" /><Relationship Type="http://schemas.openxmlformats.org/officeDocument/2006/relationships/slide" Target="/ppt/slides/slide10.xml" Id="R370d7e724da9416a" /><Relationship Type="http://schemas.openxmlformats.org/officeDocument/2006/relationships/slide" Target="/ppt/slides/slide11.xml" Id="Rb4b6471ec7a443af" /><Relationship Type="http://schemas.openxmlformats.org/officeDocument/2006/relationships/slide" Target="/ppt/slides/slide12.xml" Id="Rfb0da01cea29402f" /><Relationship Type="http://schemas.openxmlformats.org/officeDocument/2006/relationships/slide" Target="/ppt/slides/slide13.xml" Id="R7ba5761d2bfe404a" /><Relationship Type="http://schemas.openxmlformats.org/officeDocument/2006/relationships/slide" Target="/ppt/slides/slide14.xml" Id="Rb7b643402df64e1c" /><Relationship Type="http://schemas.openxmlformats.org/officeDocument/2006/relationships/slide" Target="/ppt/slides/slide15.xml" Id="Ra5e254293ca84144" /><Relationship Type="http://schemas.openxmlformats.org/officeDocument/2006/relationships/slide" Target="/ppt/slides/slide16.xml" Id="R2824b61001cf45d7" /><Relationship Type="http://schemas.openxmlformats.org/officeDocument/2006/relationships/slide" Target="/ppt/slides/slide17.xml" Id="Raa74517427074fc1" /><Relationship Type="http://schemas.openxmlformats.org/officeDocument/2006/relationships/slide" Target="/ppt/slides/slide18.xml" Id="R9e8eef8c248841cd" /><Relationship Type="http://schemas.openxmlformats.org/officeDocument/2006/relationships/slide" Target="/ppt/slides/slide19.xml" Id="R6877f1c8fecb47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c4c0db226047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a7680caa24417c" /><Relationship Type="http://schemas.openxmlformats.org/officeDocument/2006/relationships/notesMaster" Target="/ppt/notesMasters/notesMaster1.xml" Id="R9ad653c7f1da4c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b74a42f5df4c39" /><Relationship Type="http://schemas.openxmlformats.org/officeDocument/2006/relationships/notesMaster" Target="/ppt/notesMasters/notesMaster1.xml" Id="R3c5f1251c5994c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54f6d59dd04135" /><Relationship Type="http://schemas.openxmlformats.org/officeDocument/2006/relationships/notesMaster" Target="/ppt/notesMasters/notesMaster1.xml" Id="Rd45c26f284194c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773bb4e00246a6" /><Relationship Type="http://schemas.openxmlformats.org/officeDocument/2006/relationships/notesMaster" Target="/ppt/notesMasters/notesMaster1.xml" Id="Rd94067617f4947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8a62ec5d564dcc" /><Relationship Type="http://schemas.openxmlformats.org/officeDocument/2006/relationships/notesMaster" Target="/ppt/notesMasters/notesMaster1.xml" Id="R8e033e26e89346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7a1bfc8c0846ea" /><Relationship Type="http://schemas.openxmlformats.org/officeDocument/2006/relationships/notesMaster" Target="/ppt/notesMasters/notesMaster1.xml" Id="Ra4cd4c34601843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5a23517b7a489d" /><Relationship Type="http://schemas.openxmlformats.org/officeDocument/2006/relationships/notesMaster" Target="/ppt/notesMasters/notesMaster1.xml" Id="R6b401682b30746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7faaca77cf4ebc" /><Relationship Type="http://schemas.openxmlformats.org/officeDocument/2006/relationships/notesMaster" Target="/ppt/notesMasters/notesMaster1.xml" Id="R22ea5784dc154b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dda863f3114cdc" /><Relationship Type="http://schemas.openxmlformats.org/officeDocument/2006/relationships/notesMaster" Target="/ppt/notesMasters/notesMaster1.xml" Id="R91cde2a269d74d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f99713fda74689" /><Relationship Type="http://schemas.openxmlformats.org/officeDocument/2006/relationships/notesMaster" Target="/ppt/notesMasters/notesMaster1.xml" Id="Rc3c44bf31c5041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a3458443074bba" /><Relationship Type="http://schemas.openxmlformats.org/officeDocument/2006/relationships/notesMaster" Target="/ppt/notesMasters/notesMaster1.xml" Id="R7b8990b24c7148a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8e25c82c134527" /><Relationship Type="http://schemas.openxmlformats.org/officeDocument/2006/relationships/notesMaster" Target="/ppt/notesMasters/notesMaster1.xml" Id="R4821d57d58054c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fb83afaf444902" /><Relationship Type="http://schemas.openxmlformats.org/officeDocument/2006/relationships/notesMaster" Target="/ppt/notesMasters/notesMaster1.xml" Id="R14a0a43344ff47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6394df6bec4fc1" /><Relationship Type="http://schemas.openxmlformats.org/officeDocument/2006/relationships/notesMaster" Target="/ppt/notesMasters/notesMaster1.xml" Id="Rd5c6f8a80d2b49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8bcd53b8b0e46b9" /><Relationship Type="http://schemas.openxmlformats.org/officeDocument/2006/relationships/notesMaster" Target="/ppt/notesMasters/notesMaster1.xml" Id="Rbf621a7dac7a4c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362b74b56f24e30" /><Relationship Type="http://schemas.openxmlformats.org/officeDocument/2006/relationships/notesMaster" Target="/ppt/notesMasters/notesMaster1.xml" Id="R80ce33c4ff764e4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3358b0a193b4b3f" /><Relationship Type="http://schemas.openxmlformats.org/officeDocument/2006/relationships/notesMaster" Target="/ppt/notesMasters/notesMaster1.xml" Id="R25d55d7c9feb423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31192e3ef54f35" /><Relationship Type="http://schemas.openxmlformats.org/officeDocument/2006/relationships/notesMaster" Target="/ppt/notesMasters/notesMaster1.xml" Id="R075f7e42feb345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d063478faa94226" /><Relationship Type="http://schemas.openxmlformats.org/officeDocument/2006/relationships/notesMaster" Target="/ppt/notesMasters/notesMaster1.xml" Id="R11e742d7611942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006ea8d594e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777ef6f4564311" /><Relationship Type="http://schemas.openxmlformats.org/officeDocument/2006/relationships/slideLayout" Target="/ppt/slideLayouts/slideLayout1.xml" Id="Rf8d212ae6d5a46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d212ae6d5a46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9f0333c594bd2" /><Relationship Type="http://schemas.openxmlformats.org/officeDocument/2006/relationships/notesSlide" Target="/ppt/notesSlides/notesSlide1.xml" Id="R301f9d3c11ff43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ec3b311f9436f" /><Relationship Type="http://schemas.openxmlformats.org/officeDocument/2006/relationships/notesSlide" Target="/ppt/notesSlides/notesSlide2.xml" Id="R238f1a69a8224a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0284b1e12419d" /><Relationship Type="http://schemas.openxmlformats.org/officeDocument/2006/relationships/notesSlide" Target="/ppt/notesSlides/notesSlide3.xml" Id="R7ffe42a5e40045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a83ae75534a26" /><Relationship Type="http://schemas.openxmlformats.org/officeDocument/2006/relationships/notesSlide" Target="/ppt/notesSlides/notesSlide4.xml" Id="Rd7429dc76d4e45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1da2c79274922" /><Relationship Type="http://schemas.openxmlformats.org/officeDocument/2006/relationships/notesSlide" Target="/ppt/notesSlides/notesSlide5.xml" Id="R3d718ade922e46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bad02858b4af0" /><Relationship Type="http://schemas.openxmlformats.org/officeDocument/2006/relationships/image" Target="/ppt/media/image.png" Id="R059a4526f97a4449" /><Relationship Type="http://schemas.openxmlformats.org/officeDocument/2006/relationships/notesSlide" Target="/ppt/notesSlides/notesSlide6.xml" Id="R9e2681f1782644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32ddbecf34d75" /><Relationship Type="http://schemas.openxmlformats.org/officeDocument/2006/relationships/notesSlide" Target="/ppt/notesSlides/notesSlide7.xml" Id="R1429f833d11549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e2665b3114826" /><Relationship Type="http://schemas.openxmlformats.org/officeDocument/2006/relationships/image" Target="/ppt/media/image2.png" Id="Rab78b39b7a574a65" /><Relationship Type="http://schemas.openxmlformats.org/officeDocument/2006/relationships/notesSlide" Target="/ppt/notesSlides/notesSlide8.xml" Id="R383fcd65471845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9b661b3f3455d" /><Relationship Type="http://schemas.openxmlformats.org/officeDocument/2006/relationships/chart" Target="/ppt/slides/charts/chart1.xml" Id="R766d3c3847bc4bee" /><Relationship Type="http://schemas.openxmlformats.org/officeDocument/2006/relationships/notesSlide" Target="/ppt/notesSlides/notesSlide9.xml" Id="Rb31b0cab664649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12dd07ff84e13" /><Relationship Type="http://schemas.openxmlformats.org/officeDocument/2006/relationships/image" Target="/ppt/media/image3.png" Id="R0732d99abe7842cc" /><Relationship Type="http://schemas.openxmlformats.org/officeDocument/2006/relationships/notesSlide" Target="/ppt/notesSlides/notesSlide10.xml" Id="R6272452d573b42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1eb7748f74558" /><Relationship Type="http://schemas.openxmlformats.org/officeDocument/2006/relationships/image" Target="/ppt/media/image4.png" Id="R41d6fa84333142aa" /><Relationship Type="http://schemas.openxmlformats.org/officeDocument/2006/relationships/notesSlide" Target="/ppt/notesSlides/notesSlide11.xml" Id="Rf36d7b653e9a42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41d6478a64657" /><Relationship Type="http://schemas.openxmlformats.org/officeDocument/2006/relationships/notesSlide" Target="/ppt/notesSlides/notesSlide12.xml" Id="Rf5163e9bafbc485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7270b37ab43e8" /><Relationship Type="http://schemas.openxmlformats.org/officeDocument/2006/relationships/notesSlide" Target="/ppt/notesSlides/notesSlide13.xml" Id="R96de8635613243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0b907c7f74028" /><Relationship Type="http://schemas.openxmlformats.org/officeDocument/2006/relationships/notesSlide" Target="/ppt/notesSlides/notesSlide14.xml" Id="Rfee66e68e9ba49b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4d7c113194e68" /><Relationship Type="http://schemas.openxmlformats.org/officeDocument/2006/relationships/image" Target="/ppt/media/image5.png" Id="R8e459f8843794221" /><Relationship Type="http://schemas.openxmlformats.org/officeDocument/2006/relationships/notesSlide" Target="/ppt/notesSlides/notesSlide15.xml" Id="Rd9d741145ef8478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1b8b2eb52407b" /><Relationship Type="http://schemas.openxmlformats.org/officeDocument/2006/relationships/notesSlide" Target="/ppt/notesSlides/notesSlide16.xml" Id="R1f8dd57047ce4a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7b5684e7b4dc4" /><Relationship Type="http://schemas.openxmlformats.org/officeDocument/2006/relationships/image" Target="/ppt/media/image6.png" Id="R883efb8db4284a99" /><Relationship Type="http://schemas.openxmlformats.org/officeDocument/2006/relationships/notesSlide" Target="/ppt/notesSlides/notesSlide17.xml" Id="Ra57812c2f1d642e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3aa90af7b4181" /><Relationship Type="http://schemas.openxmlformats.org/officeDocument/2006/relationships/notesSlide" Target="/ppt/notesSlides/notesSlide18.xml" Id="Raa31caf1278a457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0af20b34d4b47" /><Relationship Type="http://schemas.openxmlformats.org/officeDocument/2006/relationships/image" Target="/ppt/media/image7.png" Id="Rd8bb16a8565f4e59" /><Relationship Type="http://schemas.openxmlformats.org/officeDocument/2006/relationships/notesSlide" Target="/ppt/notesSlides/notesSlide19.xml" Id="Rf7564b780858477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19A5FD-5F61-46E9-8706-C11919F6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B34EA-0F04-4950-8844-295FC930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AF1C1-2184-4D50-A589-DBCD955E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EC7AB-C76C-452A-898E-671AE3BD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2E133-550A-4797-9937-9D31C4EC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07BB3-CB8C-43A2-874C-F697C308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34308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67B1FF-6889-48AB-8048-2BE4C756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56B6C-48F8-42D8-B9FB-E76F0CED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E97DE-9CA3-4F5D-914F-CA5D4018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C965-6483-4101-B477-C621568A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F737CA-9693-4D26-8B62-394CC041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76DD0-1D3D-4DCE-A748-685AD8C8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DB6F9-C0C1-4169-A61F-67977BB2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96B28-EF95-452D-83FF-804EEC1D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1862A-F616-4459-BEAF-FA0DAE1B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3303A-4E54-4286-891B-42EAE2A1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19218-7C34-4E9D-91C1-4C5569F5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25296-92C9-4B05-86F3-2F91C62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885522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24831B-701F-4DC0-A58E-D66E4FD6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67004-5522-483B-A6D1-31D5F48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95A69-E1D9-43A6-AE90-088B5157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20078-A30D-4B64-9CE9-9B25D8F5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75ED9-B8C1-473C-A763-C5330052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A01E2-2FDA-48DE-84D2-46ABFCF4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2EAA8-02A0-457E-863B-4CCF2D89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5AE3F-D6D4-4534-9212-8EEE5645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57485-DC48-47FD-A10D-6222CC21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10F4F9-E60C-4514-94C9-BBD5D9A9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3558B-E01E-4174-9CDC-7E5B5885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AD6EF-74C1-4C21-89D7-1475E781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49A5E-F25D-4ACC-9E39-AD2E39B8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E657A5-2C84-4F16-AC7D-2C4B3577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F2AC-F459-4C4D-A4F2-DB8925A6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351C07-65DC-4ED4-B6FD-9D1359A8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55FFD-7048-490D-8E43-C51900C4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21502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0926F0-58DD-4AA0-9E7B-BB43BB8E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88017-3618-4B58-93D2-0D0E51AB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58FF5F-E627-47A4-ACAE-BE210526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814C5-BA55-4D1F-9C09-108C1C45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C3660-6CE7-4CD7-BC2D-9C8A42A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BB283-87BC-4708-BFAB-1C65CC02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CD7A3-4393-440B-BCBE-9DECE2BF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21040-DE55-453D-9589-D2D27C5F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4A9A0-2FC3-48AD-87BE-F84C370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52205-7B9F-43C1-AFA9-C2B767DD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9ECE49-B10E-4D93-B95C-D2864D4F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B7817-09AF-40B7-99AD-2931B37B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AD642-044B-4BB6-A0E6-11883D8A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92219-51E3-42FF-9CB3-0099ECD3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AAF47E-E865-450F-B187-19F176D8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189CC-3633-47A7-9A1A-A83E873F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CFC68-39C0-4EE6-8465-98CA2EFA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9BF48-1FE3-440D-8199-215D80C5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8D9E9-B84F-4A4C-92ED-DA1EADDC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52F4C-688C-4008-9081-BAA62F73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FD3AF8-041F-4849-BA8C-53AA1AA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828A5C-D68D-49CD-8B82-3C2F697C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A9D75E-0A86-48D5-80D9-15DF4B62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4AA855-5502-476C-9DBB-C5D74AC8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1C2417-23A8-4826-81CC-D55FA8D9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007B82-9DDF-4FDD-84B5-5A418D0B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E9C419-E0AE-47AA-A776-81880F38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76BDC7-24E4-44C0-861D-18D45755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641F38-031C-4EB9-9B6D-B4D41E71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583371-201F-4686-B8C2-4439A78F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F4C06-8A02-4D2B-8585-8E7C2F16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61083B-CCB4-4E9A-AD92-0BBEE572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89885E-6F8E-40C7-BC2C-ABA6AA4B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211C1F-9EAE-4D15-8A43-1DCE310B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588C7F-6C19-468E-9DC6-5A37B5EC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5608C9-2044-4F1C-BB87-7B3D1E3D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03ED68-D4E8-4453-99BC-82DF67AE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D19E61-531F-4C18-9265-47955EF1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F3A8B9-0268-4A20-84F7-45ADCBE9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DCACC9-646E-4C01-B7E7-8CF025A6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0C4A83-162E-4D11-B2A5-F471102D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624BC1-DE71-4490-984B-F33FA9D0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A1D4AC-9525-453E-9739-37C97ED1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76C1B8-9C03-4715-B530-AF198926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1EA518-FAF1-42FB-A392-7F698C8A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BBEBC0-E91F-4A79-A173-047072D1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9989F1F-8818-42A5-944A-BE84AC44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5A6625-B36C-4943-8E47-A25B9D4F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4A1505-375B-40AA-9858-B434747B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5049E3-1E04-48F0-93B8-6D1E3769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A27FE3-B6EF-4EA5-AC34-90233A00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16491B4-0FB6-4A6C-84EE-730E6A7D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60AA53-111B-4404-8947-E5833464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C8AEA0A-644C-4D3F-9F2F-908025B2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0B8F36-8F8A-4DFB-96EB-34D3420C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51785D-6E8C-4965-81CE-62903C95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0EE7ECE-14E1-4DA4-9DF6-54D149B1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9C953CC-5E45-4C5C-9A4D-9997A2D1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EE78DCD-0C0A-4172-9950-5DDE1DAF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B5BBDC-E08D-4D93-93E1-267DE807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10C2D43-B05C-49F0-B7D6-F9970235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5A5D565-AF22-48D3-BB97-7AEB206C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F8F1A01-1F80-4A63-B232-1A30284D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F7582D7-9BEC-46F2-A67E-5DBBF3FE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96F476C-EA90-4366-9C03-B9B7B58C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7EC0DC-695B-4E0F-A3AF-E133260E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F9741A5-B36B-42B9-AE3B-74754F0F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1F059B2-F1D1-465D-91B0-5F61C463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1FF35D8-1DC1-43CF-A268-8D95E196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2E8C12-336F-4AE7-9F37-585F5D5D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6D7BA3A-1BBF-4187-9CA2-0B402CDE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B104CBA-3F47-40E8-8AFB-F0148A92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06F798D-5A9A-4550-8932-07FD87F5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668EF2C-5100-44E9-938D-3A668D63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4C82A82-8EBC-4987-971E-DABEA6E0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08EC5B7-F56E-4C43-B928-EF9D893C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454F033-27D1-4F16-9CD4-05320FA7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CC99030-BF28-430F-B5BC-E773A002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7E9C319-FC53-4195-B35E-3E589FDD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2F4C17D-D17E-4CAD-BC45-0EDF7368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23529B0-E6B5-4ACC-AB13-823D4837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34BB937-0B51-4F1C-BB4E-B0FADF7E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2D34522-D7B1-4701-B90E-E723D935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2FA27DF-CE1A-4E37-8B9E-06759D91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053C110-BAAA-4D0C-8170-957D8894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5E8A543-510A-4620-BB93-84EC2B30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07A9B9A-7912-4324-A88C-EEEF92ED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B5343CD-A746-4D71-A9B9-158CE4C2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025C186-7FE9-40D8-A96B-A7FA71FE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7849D5-5228-4CE5-8EC1-921514B3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4EDDC40-A68D-4889-9ACD-1B4E2C73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815042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98A403-B074-4DAF-9629-E963178B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B19F6E-0115-4CCD-A6E3-EF1926D2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72324-EB2E-42D8-8BDE-D5FF81FB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6AA46-93F8-4986-B732-7C0F90D3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3F676-1DF4-46C6-BC4B-E4E5BCEB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00CCF-F5F4-4985-AB00-CE3819E2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C63A3-C250-4E2A-95BB-0BF65D35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BE122-8AD8-4138-8C9F-F9274186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EF15A7-68E9-4281-999B-991B1F47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CFE68-1CE0-4DD9-A482-86A4C56A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B22F4E-E111-4E92-9806-99ED8169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0F994-1241-4483-AD14-808CA040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8D658-8842-4DF0-A510-08263604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E0297E-D8D4-45C9-B344-65F2811F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C1E8DB-A732-4FA3-BE47-8D41A68E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C1E0D-4D09-497B-828C-AEA0E5BE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261E74-1749-4CC4-ADBF-8AC19538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ED956-A761-4C9A-B7A2-13E49877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1546B2-8E1D-43F7-86CA-BCB97CF5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5CA286-BEB9-4EF8-BBBF-0B48C961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792152-C33C-4798-BA72-6B740FA2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7E91A0-FC4B-46B4-8F12-57534A4B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355873-F7A7-4E03-A45F-13F74042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F47C9-CD1A-4C7D-A51E-D28B5609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95D1F9-D316-43E2-A60B-A3C2854E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EB4219-63F3-452C-AD04-320A6CD2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7812726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C6ADD2-A381-49AA-B843-4D10633C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4FDEB-8348-45F1-9DAD-BD1E4993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4FA3A-AF99-44D2-BF70-84CE584D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a4526f97a4449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7A2B9-A57C-46E3-BA8F-4C1AF39B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1A9C8-1F67-4B8D-B577-2E2F5686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65853-059D-46D6-B875-CE256323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FBA1F-8E4F-4D2A-B54C-13B3A497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E038A-525C-48D2-BABF-68587D52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A30EA-19F2-4AF7-AC3E-D8F4E030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062D9-09BD-402E-9138-E928DEFC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74EC1-586F-4CFE-BE1E-93D4A402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2A4B98-0C95-46E1-87B3-3565C109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6896D-1104-4565-A1C6-8DFA57D9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FBE99-01B3-4F78-BBC3-A83758BA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601574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E04A61-7A6B-4059-BEAA-5A46A665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24876-61E6-468E-BABC-1FC4DD18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75968-8870-4550-86D6-600E62B0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53A69-49FA-4983-93CA-DE3EF96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CD9B5-0F88-4169-9A3E-6BBD2668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DA06F-8F38-46FA-9722-9DE0129A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9FABA-8A2D-48C1-87B7-B8025B9E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43F8C-1993-4531-A71B-4A111CF7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89B5E1-33BD-400F-8C1E-A3757264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C094B-3C76-4198-B3B2-34675073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0A0E9-98C8-4922-8FA8-8ED20EF3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3C966-4B25-4E32-8803-65F8773C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85C39-87D8-4D3E-9238-32A5360B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4D416-5348-4419-9340-0E6C157E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30F88A-182A-4F36-B782-BE67FA8A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FC589-857D-4E59-993C-1A9B0A90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333677-5B36-4C4A-9D8B-8FFDC4D0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8CB66-DC64-4355-A998-1C6CE65B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3ED797-AD5D-47F3-B3C3-279C8CD2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1EAD68-75A1-4E41-8F68-68155182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10C0BC-B738-4165-AD65-F6441C48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74438-026B-46CD-8DBD-197D7E96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2A4813-CA6F-4955-A590-A5A7D048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05DCCF-FBE3-48E2-8507-A960212C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8CC04F-9066-484F-B4F6-794CFA2D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D17FCB-B4C8-46DA-B085-B3C107C7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8E00F2-72C4-480B-8301-3CB32578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0C0349-4EE6-4CDB-AB44-00338365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06279A-591D-4828-B988-5FB532E2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189998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8BEFCA-0E91-4F80-BC4E-07B07635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F7974-CED5-43EC-8D39-AE57169A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7972A1-FF0D-41C5-831C-67AFA882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8b39b7a574a65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978A5-699F-43D5-9876-FB744E1D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7B0F4-303B-498D-A095-15C3A568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88AB4-4D9D-44E3-8F87-D8461264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13A94-3BD2-491C-8A67-2717B6C6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259845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0736F5-06CE-4953-9C20-C62AF100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C7B38-9711-4F4C-AE07-E8B35C79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CEA77-0EBD-495A-8A9A-0F2D32AA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6d3c3847bc4be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F55D4-0815-4BBF-A286-4E9BA6A7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5CF5B-3434-4FAE-BC68-4538D124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73A7C-83EC-4150-9FAD-6D55AD39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9C949-4EC6-48F1-B4F4-D3E2D739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9490F-1231-43D0-9E82-B3E2A9D1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C91BD-E069-4B29-AAF4-F2C7EBCA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ED8AF-C9EA-439F-B58F-32C9E829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C5C54-8017-4110-8C2E-4D0A13C8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F7F7B-6CA6-4B15-ADBF-3D75425D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738863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FB0307-EEF4-425C-95FD-34A52A65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BD522-317D-4F6C-B8F1-050E65E6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395E1-A5A0-41BB-A859-A250227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2d99abe7842cc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BA588-1886-4DB9-A5BB-1175DDB6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13233-C073-479A-8785-8E42ED4C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91B996-5AEE-4EEE-B91C-096BC9C6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EB35C-DDB2-4BC0-9078-ECE58E84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63753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8DC97B-CFCD-400C-9489-F9B30A32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BDB6E-7D09-4969-8D80-AD520B4D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6B714-225B-4854-81DB-8C7710E2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6fa84333142aa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CB98B-0094-4CC9-9C6C-B2DAED7A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07BE0-2093-4AA2-A910-DF7CD46F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04336-5FCD-44A7-839C-346585A4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87A66-E8EB-4F59-959B-EFF80A05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D8C676-6375-4B85-94BC-256CE61A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B70E6-0FA4-440B-9A3D-DDDCD9C2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3BE068-E681-4832-9A55-A4D006E6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87143-3EFF-457E-AEEB-E935D46A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D08C6-A20A-4B99-A82F-FEF09A06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581172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4F0C1-3E92-40A1-8FF4-CFB781BB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31B46-FCFA-414B-89DE-BAE78ADD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9F02E-E405-48A4-9822-1093716D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941CB-2C8D-4812-ACFA-9845FF86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B3102-B0E2-4CBD-A1FD-427774CC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38462-AE3D-46D2-A932-74AB2FDD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94F99-8158-4238-B5D6-C7BA7630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DB69C-43E7-4CD3-96E4-47ED47D6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C344A-47B4-4209-A27A-B4E8A205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4BA93-263A-4F19-BD22-490BC502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B4CE8-719A-44C3-915E-88AA368A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4C8CE-45BC-4710-BFEA-3F8B52CF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53B34-85BA-4193-A672-2E7F3A7D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30D9D-95AC-41A0-A6CC-78C3F31F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0C5083-0990-4A87-A800-98F3B977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AF0FD7-B6E2-4EF7-BA8C-A51681AF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FF2137-AFD5-4B54-A08B-422ABB9C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29C94D-9565-4685-B09B-83504B8A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3B74C-316D-4053-8438-8B14FB9B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208EC-7FC3-4D77-838D-E8446AB4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B9E09A-CD87-42BB-AD29-8640BB19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9EA53D-2B3E-40E6-9CBA-89EBC3CB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BBA9A1-E77C-494B-AFA8-07A6BD11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7204E0-E01B-4265-8F21-24099A2F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E9F2F8-A007-4A8D-B78E-D425E770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64026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DB6657-DF22-4898-A954-C07E3871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ACCF1-E099-488D-8207-3B27BA9B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09605-C72F-419E-A6C9-633E319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A3EFF-BB6F-4871-912A-54942332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80950-1E4F-415D-B5A8-8A2A8879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D1E42-68F7-43B0-8072-CCACADEE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4BC06-A3E7-4F55-924D-C8A2492C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5E0D3-7417-481B-920B-B01F3DC9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87DF5-0699-48C4-B302-B3311375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B2900-8B6C-4AF3-8CA9-B38439A3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7685EB-B8B5-4237-A281-9B688DDC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5F2CD1-BA56-468E-A2EA-1A6F7FE5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5ED6D7-B80B-43FF-A6CF-1444DBDA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65162-F32D-49C6-8149-E9CB7A95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17B01-C401-438A-ACD5-FCE21790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400384-0CC6-49AB-93F6-7442B582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8AE20-D006-4089-90B5-58622366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404618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9445B9-D256-41F3-86AA-668421F5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A4CDD-A654-4611-9C53-10610B49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targeted EMA feature diagnostic improved returns, but did not clear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3BA3B-FC0C-4DA9-9F0C-574A3979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CF344-58DA-435B-9730-EAF4720F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After the annual continuity control lane was identified, the next quick test held the high-beta risk-aware context, EMA-only pool, and continuation replay fixed while comparing three PCA feature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0FA1E-5C47-4B1F-8E55-005F3BD7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CFC97F-ADDB-45AF-BA32-91D93333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9CB29-75C9-413C-BB50-AB5EAB69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DED6E-D123-41AF-8F4F-05A30D1F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A334E-B6F9-4A84-8FFB-DA178A99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15D48-DC6D-44A5-A0D7-BBA2CD30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CE9154-5B0C-43D2-8CE8-2D759ABA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352C0-69A7-4231-AF70-4822DFC8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31C4EA-A4DD-4589-AAA8-FDAB86C4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BF1D8-C282-4EB2-BE59-69FD801C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5FCB8-79F3-46F2-8222-E1799529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167CA-98E6-4E97-BC6F-006F17F3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95B9A-EAA3-48A3-A54A-BCBC2ECD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3C3E07-3F8A-4419-B786-C0AECCCB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02C732-4F38-4AE3-9D87-71B64181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AF7B91-0BBD-4B1E-A8DA-F67002F1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4C9E1B-AD9B-45E5-8FBD-61CB8AE0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547111-1C94-4BB5-938F-157836A2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Reversion-breakout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55A2C0-4F00-4974-A71A-91C2D60F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44E01C-B6B1-4555-88D6-869A26E6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C8A826-46CE-4CE4-AAD2-671B933F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B40826-766D-438D-9DD5-2E33703A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11B652-FD0D-4677-AECA-BA04122E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974E20-E1E2-46A9-9067-985435E6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F526AE-D6ED-4769-BDD3-825BC6B1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D482A9-5235-4F06-AB1D-50F9F913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-23.4 pp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D4045-72EC-4A4B-A88E-B48BCD40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68CE87-6A13-4568-88E9-065A2BDD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48.0%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9B90B1-1FC9-4DC8-9016-C11EF9B9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014DA4-A1BB-487E-BCD2-BCDB7CA3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4667EE-C485-41A1-8DE4-B74FB25E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939F92-6B4B-49BE-8880-1A077A95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56F1E5-E8D1-40DB-9FB8-07AC53C0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FC3344-7DD9-44C2-97C2-0EC16F42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68FF2C-B80B-4875-BC51-E7C077EC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211294-9F4C-4B26-82D4-2EA7B1E5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48DA54-A820-4640-BFF4-754C3F06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C4F83C-EF3B-4FDA-AE40-67E8BED1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DFEBF2-D7BB-4953-8E4D-A147E354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7EE051-0A90-40B5-803B-CAE70E7D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63DF2F-8E3C-43DE-9FF2-10786FC5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68C18C-8B2F-4C58-867D-C451F90A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C0837A-1086-427A-B4F4-AB5FE621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A44481-1D7B-4AD1-9B96-160B3D1D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E8C1953-E962-45E4-B7E1-E213704C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04A8D3-E8A8-4E0E-9622-A659D517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9E8AB8-61AD-4BC4-9232-24F205B7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BA5952C-7A55-4A87-8247-74A19C99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3B026F-942B-4DD3-B0CE-787248FB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AA035DC-2965-40F7-BE92-906C9C0C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AD0173A-659D-4CB5-A27B-C9AB9EB0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1A9295A-AE30-4D7C-A7D6-8A6D3F0F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3FA690A-AEC6-426D-B14F-95D4A435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163524D-F6A4-4C38-A999-3AC5F59E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1399DE-0B61-45A1-A8E7-EE7D2DC3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A9FED12-585A-4985-91C8-3FEDF992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3ECDCF-BDE4-4AAC-BCE4-214EADFF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Best diagnostic feature set: Reversion-breakout context. It averaged 68.1% return, -23.4 pp alpha versus basket hold, 48.0% exposure, and beat the basket in 1/4 annual windows.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CF6494-D630-4D03-A769-E62DBD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120025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C52800-0F24-4A75-B0F1-60796940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FF843-B1C6-4C40-AA17-F1244729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reversion-breakout feature set raised participation without solving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E4B78-B26D-4693-BA46-FCB999EA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59f8843794221"/>
          <a:stretch xmlns:a="http://schemas.openxmlformats.org/drawingml/2006/main"/>
        </p:blipFill>
        <p:spPr>
          <a:xfrm xmlns:a="http://schemas.openxmlformats.org/drawingml/2006/main">
            <a:off x="1211507" y="1695450"/>
            <a:ext cx="5120787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826A2-BBC4-4EF0-BD63-95A3CD9C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76450"/>
            <a:ext cx="3238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15E21-12BD-4DA8-90FC-C428202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705C1-AEB8-438D-A1B1-37809B52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20C0A-B132-4D2A-B325-213FA43C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Reversion-breakout context lifted mean return versus the workhorse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599A7-7B9C-4576-9799-2DA5D079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F4E1C3-3C83-4DC1-943C-83A2C64F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480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It came close in 2024 and improved 2019/2020 participation, but still lagged the basket in 3 of 4 years.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EAD74-6111-43C9-AD57-F4E904B6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A21D36-447B-4FD9-9CF9-8AEF0B3C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433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argues for better state timing, not a feature-set promotion yet.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729E7-F1C9-4F5F-AC22-3EEA3117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7732596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991492-332C-49E1-813A-6CFFB656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AB555-74E6-42D4-A649-5EC8E19F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 and breakout families made the lane more defensive, not more participatory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C8D2B-6E73-4C51-99BC-387808B4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5DD23-0A61-4D8E-83DA-2F85CD59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D9ECC-FEFC-4CA1-A3EA-876DD059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82FCD-BF98-4F9C-92F2-09B29B08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383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ACDAC-E3C3-4DCE-9B17-C216B4D3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24075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Pool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2C6C68-3BD6-4A7A-B5F5-1955191A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77327-4F88-484B-9202-BB9B45B0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240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54333-794B-4192-A57C-6DC2E377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0E14F1-141F-4235-AC9C-67C24924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355EE-19F4-4B7C-8522-370042A3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5A4DD-D75D-4A35-83E8-2E4B8333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56F9F2-3739-4403-A584-23BE727B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B80CB1-E645-4339-A5FE-E0CFF28D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CF097E-69F3-4F95-A58A-9E4DE16B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3A87E-181F-4500-BF2D-EB84A749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161ACF-542E-4621-9D40-54D38816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DA7B3C-EEDC-4D64-9178-53E9334E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E64C9C-9CAE-425C-A64A-EC04BC91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003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E91D2E-2EA3-42BA-981D-F0753762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717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A82855-AFF2-48C8-8374-6DCFB869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0096A-0187-4166-A307-CE3D5263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106.0%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5B2880-FD7E-422C-ADB0-E8094E5B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DA6C7C-E37F-40B2-B855-A2926F7C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09CF56-B3D1-499C-801E-9FD5BC78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232F03-34A9-4071-9906-8E6C2995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58.5%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EF2F4F-84DD-4835-8687-E1506442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AF39AB-C012-4B84-BCAE-2D451897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-18.0%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21989F-7571-4D98-B8FE-24E97891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563514-388F-4971-B903-FF6EAE75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3B8068-B0C6-44FF-AB82-89EEFA45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F22189-0ED8-49EA-8E60-DD48A3B3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154EF0-4856-4B1C-8BC3-4D98BB36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908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B60B5E-E377-4DA3-8814-BC64A3EE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623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8D1A6D-D33F-4571-87F0-92456432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90FEAE-80D1-46CF-AE52-B09C32E1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53.3%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C4A9BC-6A57-4C73-8AC2-A9DE08D0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5C7C34-DE16-4E44-98CF-8BBDEFF3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-173.9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F49D8E-7D67-4268-8058-2259CFF2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5EFD354-CBB1-4470-91DB-FB58E46F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7227BA-D8B7-435B-83AB-E427370D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30FEF3-FC30-4247-9E40-7142ED37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-11.6%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C41BD2-27FB-4A3B-AB94-9F053631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B0CD2E-D0E7-41D6-9B08-62D4F5C1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FCF375-416F-4244-A451-522232EA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7BBAE20-6557-494D-9872-10C4BD4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437DCB-F92F-4382-B5BF-E4F622F5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814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08B2AF-3AE9-4829-A6A0-25AB1F07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528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B0ECFB-336E-4145-9681-810766A4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7A72468-4502-4A72-BCFE-16722A61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528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-22.6%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A61A83A-4944-4BF6-95FF-5077F5B3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CFEA22-156A-4462-84F8-07CBE2D4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0B6B68-5644-4BFE-839E-9C681AE1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17AF531-EE42-4746-93C0-4E2F5FD3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16.8%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441955B-F18F-401D-BF98-33349B6A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4CE6EB-86B1-4BFC-AE9E-5F29A1DF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-25.0%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FC46A1-14B4-42A0-9811-7568ECDE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C0F04A8-A620-435B-95DD-588C7A06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F4C344E-6E3B-481A-B1CB-70F1F8A9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C3F0CDA-DD19-4E6E-B455-53E421FA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39EDC2-9252-4437-879A-BD498E08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719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A080DA3-6998-4312-A03A-BACCCC4A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E889981-F210-4B6E-BB39-2409AA22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719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C2648EF-AF0A-4DAE-8212-4BD9F425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-10.8%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E12A08D-892A-4384-870E-A46D357B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BF98CF0-5368-4E2C-93A3-B7096C62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+42.2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F41CD3B-ADAD-4690-881D-531B1225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D4C0E0D-9EA5-48E9-AABB-87951F14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2C6CDDB-BED0-49C0-B728-2A48F3C4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EFEFC24-A21C-4613-9405-1F7694BB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00CC793-B61F-49B9-A03E-E6DF314E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B6D4968-6134-4E2E-BB94-D77D14FF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AE6DF91-9D54-41FF-BDC8-235237DE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reopened pool improved 2022 defense, but it cut 2020 exposure and return sharply. That is useful selectivity evidence, not a solution to the high-beta upside capture problem.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8CB16A1-4493-4F0B-A0DA-2D120223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519692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EAA7CC-8CA0-469A-97F3-E45880AA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783CB-50AD-4643-96CA-1835F62E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strategy map explains the defensive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6A4ACA-A420-429B-8D56-8D4BA19E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efb8db4284a99"/>
          <a:stretch xmlns:a="http://schemas.openxmlformats.org/drawingml/2006/main"/>
        </p:blipFill>
        <p:spPr>
          <a:xfrm xmlns:a="http://schemas.openxmlformats.org/drawingml/2006/main">
            <a:off x="571500" y="1744540"/>
            <a:ext cx="6667500" cy="43595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9D94D-1A8F-440E-B895-3F3BE3D0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81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81234-A165-446B-80B2-67F635A8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91C34-601C-444A-92C1-2ED336B0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0D450-5D56-43E7-9444-55EF7624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480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Most asset-state cells still select cash.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9EEF2-9585-42D1-B10A-1784887C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C8EF3A-8A97-498E-B425-4ED2BEF4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Breakout additions appear only in narrow pockets.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6B75D-735C-446E-ADBB-ACFF1209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0BA24-59E5-447E-B746-E486E842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005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The pool reduced drawdown but did not keep the system long enough in 2020.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06FA2-8C25-4A42-B2D8-F7551DA2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Next question: improve state timing and hold participation directly, instead of assuming a broader family list will create upside capture.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39EDA-305F-4CF5-A75E-F8928850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599148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330A7E-F2A6-4679-B1FA-3CFAFB05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56945-6806-43D9-B585-560E5FB7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Mean reversion did not solve the upside participation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F7F4B-3F1F-44AA-9213-3DFBECA4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3BF3A-936D-4801-B09B-27D50183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EF90A-532B-4112-88F2-CB73DB00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B8C29-94A0-4ECE-99D4-4370CF9B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3835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A5D69-C92A-48D0-B586-974D91BC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240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EF0A6E-963B-4422-80F3-C54FAA05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E87DA0-57BD-4965-ADED-4D46BBC2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24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07902-94D8-417F-BDEE-26D0FAB8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2665E-52B2-44C4-AB09-27EEB08A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C63F96-1DE9-41BF-96C1-79460951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69D69-C578-4CD7-BF60-DD443B13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8B5EE-7C64-4503-BE7A-C0274D90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E7F5A0-82E1-4C49-B476-2A7902FB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43646-714F-4F95-A84E-2A35A403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1495C8-E959-453B-886F-85CF82D3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3E75B7-2F20-4AD9-ACFA-961AE41A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1F6DC-02B4-4620-B73D-39B9A959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C0C9C-8ADB-4256-8B21-E9A74122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B2829-7B8D-4828-9499-CA8616F7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71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CBE873-E9D0-40BF-942C-E21CC2C9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06A263-A25A-4815-9379-1866F8D3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20.3%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443E16-1906-4267-BC4A-2FC0BAEF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57A2CB-820C-4DD9-826B-F465B376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-207.0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0AF1EA-3E1E-4C76-8B31-889EDD9D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A1ACEE-58B7-4CE9-8551-9E0836A3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21.3%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DFB5C0-F9FA-4159-B20D-77F372AD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F4D76D-0F5B-4C5F-AAE4-D5D2B577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-34.9%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F604A5-92A7-49A7-8F15-19A232C7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23F0DC-E69B-4F44-BA3D-C5144FB0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545E9D-3E9E-4C6D-A2CD-89874F97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2E0845-E9BF-4644-883D-BBC034F9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8085BE-BB4D-4730-BBE8-13787E2F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22A867-3AB4-4AF2-939F-5FF7F935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BAD20C-FADC-4198-BD9D-F223FF20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EE5646-7770-4340-B5A9-7086DDE0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623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13.6%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B289B5-AA2C-4963-9650-D330C330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7AA0A8-D784-4DF0-A692-B3BC17F1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-213.7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9EF6CE-9061-4FD7-B861-569B74A6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DBEBE4-1BF1-4C93-B012-649CBF78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61AB1B-09EE-42B5-A2AC-5137E215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1F360D-BDEB-4F8B-864B-D32E7D65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-32.0%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9E4A43-58A8-438C-8F77-BE5CD9BA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16D34B-9CEC-47F3-85AB-B66555D1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810D7E-6F21-4EEC-A611-4CF9E807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E55187-3251-4565-BD48-AFFBE58A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11C61B-EAE0-4E04-8783-D88B5D60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1BBE457-D1C8-4513-B28B-5E25FFA2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528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30FAD1-E38C-4E99-B01F-505B63BB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814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2D7D17-32F0-44C7-9588-A632DA1D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FDA12AD-C358-4D2C-812F-D3EF6FDF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FE8F1B-2847-4817-8FE4-14A1D691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+40.1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8BD6EE-C0EF-4566-AEB4-5D84B277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EE4F482-3191-4BC2-A67B-2987FA3C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25.9%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A6B6DE-965C-47E2-9ACF-202C027D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393798D-5A26-4212-8630-4694FECC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744EC9-C1FF-4E3E-AA92-F41E4C29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E43E43-EA5A-4955-BA8A-3E5676E5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98F5AC9-8531-4358-82E4-D3D9385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8AB92CE-02C7-4F8B-87D1-CE3E27B1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72C6403-459F-45D0-A413-D173B10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06B9D65-7BB5-4835-909F-1D037EE6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43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C667D60-D914-4FF1-B63F-EAC1C6E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9C15977-C31D-44B2-8F72-D9D520B6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434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A73FAF-A501-4956-9364-1FA572FA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976B21B-971D-465D-B2B4-08A9D079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+35.4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50EB7ED-E7EC-4BD9-9496-7FE90D97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346D55E-9B7E-4A91-A0CD-D2E8CC3A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27.3%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3C61B0-D949-4C9B-9C7A-E836758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947C217-035C-40FF-922A-9DAD49B7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-19.5%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E8B4F45-93DA-49B6-94EF-8F0AF385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F635E65-4048-4871-BCAF-5544011A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A9B3F46-3E84-4EE9-95DE-262FA0BD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diagnostic behaved like a defensive/range-trading probe: it reduced 2022 damage versus basket hold, but it badly lagged the 2020 rally and did not improve on the EMA control.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A32C0E5-6E49-4B39-B2D4-0B2842EB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5796606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F73B89-72E5-4BED-8479-18F5DD7D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E80BF-38F1-4D1E-BE09-4F4B424E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mean-reversion map is mostly cash with narrow Bollinger pockets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D09F0-B352-48C9-A9B8-45112359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bb16a8565f4e59"/>
          <a:stretch xmlns:a="http://schemas.openxmlformats.org/drawingml/2006/main"/>
        </p:blipFill>
        <p:spPr>
          <a:xfrm xmlns:a="http://schemas.openxmlformats.org/drawingml/2006/main">
            <a:off x="552450" y="1716332"/>
            <a:ext cx="6724650" cy="439688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1674E-D8B6-46C8-89ED-F43D6BF9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16AF5-F54F-4B06-93FF-A41EE3AA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47873-B5D2-44AF-87B3-CEA60448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B363D-61D8-4FC6-8A12-4B2C4D82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9085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No-trade still dominates many asset-state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5987D-014C-40F0-9AC8-D534A600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95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1142D-FE45-4DEE-B154-203265F7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0042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Bollinger variants appear in selective pockets, especially AVGO.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82760-B82B-46B2-8EEE-FFEE077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6ABDC-5287-4F20-AE54-9E709267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1000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RSI and z-return did not become dominant state 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048B2B-B721-40D7-B15A-9305F2A5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148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075CF-A549-40A2-9D76-D351072A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957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is not a high-beta upside engine in its current form.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55908-1EC2-401B-9D54-0F2986A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The trade tapes reinforce the same story: countertrend chips and defensive abstention, not early sticky participation in a broad high-beta rally.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C5B6EA-4553-4ADD-8210-D6732163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8597129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2026-07-13T00:10:45.3190000Z</dcterms:created>
  <dcterms:modified xsi:type="dcterms:W3CDTF">2026-07-13T00:10:45.3190000Z</dcterms:modified>
</coreProperties>
</file>