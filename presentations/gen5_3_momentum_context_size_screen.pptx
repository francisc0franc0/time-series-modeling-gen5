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84a96676114025" /><Relationship Type="http://schemas.openxmlformats.org/officeDocument/2006/relationships/extended-properties" Target="/docProps/app.xml" Id="R8220187744144ff3" /><Relationship Type="http://schemas.openxmlformats.org/officeDocument/2006/relationships/officeDocument" Target="/ppt/presentation.xml" Id="Ra028eb550f254e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567775fd484e45"/>
  </p:sldMasterIdLst>
  <p:notesMasterIdLst>
    <p:notesMasterId xmlns:r="http://schemas.openxmlformats.org/officeDocument/2006/relationships" r:id="R2e9bbcecb6664dfd"/>
  </p:notesMasterIdLst>
  <p:sldIdLst>
    <p:sldId xmlns:r="http://schemas.openxmlformats.org/officeDocument/2006/relationships" id="256" r:id="Re4eab6e9026c457d"/>
    <p:sldId xmlns:r="http://schemas.openxmlformats.org/officeDocument/2006/relationships" id="257" r:id="Rf9e91935d25c4c05"/>
    <p:sldId xmlns:r="http://schemas.openxmlformats.org/officeDocument/2006/relationships" id="258" r:id="R4dd7eec44539465d"/>
    <p:sldId xmlns:r="http://schemas.openxmlformats.org/officeDocument/2006/relationships" id="259" r:id="R8313c91c95a64b0d"/>
    <p:sldId xmlns:r="http://schemas.openxmlformats.org/officeDocument/2006/relationships" id="260" r:id="R1f059701aef44d36"/>
    <p:sldId xmlns:r="http://schemas.openxmlformats.org/officeDocument/2006/relationships" id="261" r:id="R4d236f9f57b540dc"/>
    <p:sldId xmlns:r="http://schemas.openxmlformats.org/officeDocument/2006/relationships" id="262" r:id="R3ba3421b67d1494c"/>
    <p:sldId xmlns:r="http://schemas.openxmlformats.org/officeDocument/2006/relationships" id="263" r:id="R633e6510fa7047ef"/>
    <p:sldId xmlns:r="http://schemas.openxmlformats.org/officeDocument/2006/relationships" id="264" r:id="R4993a15088d44a7b"/>
    <p:sldId xmlns:r="http://schemas.openxmlformats.org/officeDocument/2006/relationships" id="265" r:id="R1c2d1f35c5df4961"/>
    <p:sldId xmlns:r="http://schemas.openxmlformats.org/officeDocument/2006/relationships" id="266" r:id="R7fce26ad23d2477b"/>
    <p:sldId xmlns:r="http://schemas.openxmlformats.org/officeDocument/2006/relationships" id="267" r:id="R09830085a1684328"/>
    <p:sldId xmlns:r="http://schemas.openxmlformats.org/officeDocument/2006/relationships" id="268" r:id="R14e7bb8e026d4df4"/>
    <p:sldId xmlns:r="http://schemas.openxmlformats.org/officeDocument/2006/relationships" id="269" r:id="Re719ff7647f54cf6"/>
    <p:sldId xmlns:r="http://schemas.openxmlformats.org/officeDocument/2006/relationships" id="270" r:id="R262641f1ebb944d7"/>
    <p:sldId xmlns:r="http://schemas.openxmlformats.org/officeDocument/2006/relationships" id="271" r:id="R905bc4e26fc44d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50428411b44d28" /><Relationship Type="http://schemas.openxmlformats.org/officeDocument/2006/relationships/slideMaster" Target="/ppt/slideMasters/slideMaster1.xml" Id="Re1567775fd484e45" /><Relationship Type="http://schemas.openxmlformats.org/officeDocument/2006/relationships/notesMaster" Target="/ppt/notesMasters/notesMaster1.xml" Id="R2e9bbcecb6664dfd" /><Relationship Type="http://schemas.openxmlformats.org/officeDocument/2006/relationships/presProps" Target="/ppt/presProps.xml" Id="R99f44c13a11748e1" /><Relationship Type="http://schemas.openxmlformats.org/officeDocument/2006/relationships/tableStyles" Target="/ppt/tableStyles.xml" Id="Rd9e4b9ff875646c2" /><Relationship Type="http://schemas.openxmlformats.org/officeDocument/2006/relationships/slide" Target="/ppt/slides/slide1.xml" Id="Re4eab6e9026c457d" /><Relationship Type="http://schemas.openxmlformats.org/officeDocument/2006/relationships/slide" Target="/ppt/slides/slide2.xml" Id="Rf9e91935d25c4c05" /><Relationship Type="http://schemas.openxmlformats.org/officeDocument/2006/relationships/slide" Target="/ppt/slides/slide3.xml" Id="R4dd7eec44539465d" /><Relationship Type="http://schemas.openxmlformats.org/officeDocument/2006/relationships/slide" Target="/ppt/slides/slide4.xml" Id="R8313c91c95a64b0d" /><Relationship Type="http://schemas.openxmlformats.org/officeDocument/2006/relationships/slide" Target="/ppt/slides/slide5.xml" Id="R1f059701aef44d36" /><Relationship Type="http://schemas.openxmlformats.org/officeDocument/2006/relationships/slide" Target="/ppt/slides/slide6.xml" Id="R4d236f9f57b540dc" /><Relationship Type="http://schemas.openxmlformats.org/officeDocument/2006/relationships/slide" Target="/ppt/slides/slide7.xml" Id="R3ba3421b67d1494c" /><Relationship Type="http://schemas.openxmlformats.org/officeDocument/2006/relationships/slide" Target="/ppt/slides/slide8.xml" Id="R633e6510fa7047ef" /><Relationship Type="http://schemas.openxmlformats.org/officeDocument/2006/relationships/slide" Target="/ppt/slides/slide9.xml" Id="R4993a15088d44a7b" /><Relationship Type="http://schemas.openxmlformats.org/officeDocument/2006/relationships/slide" Target="/ppt/slides/slide10.xml" Id="R1c2d1f35c5df4961" /><Relationship Type="http://schemas.openxmlformats.org/officeDocument/2006/relationships/slide" Target="/ppt/slides/slide11.xml" Id="R7fce26ad23d2477b" /><Relationship Type="http://schemas.openxmlformats.org/officeDocument/2006/relationships/slide" Target="/ppt/slides/slide12.xml" Id="R09830085a1684328" /><Relationship Type="http://schemas.openxmlformats.org/officeDocument/2006/relationships/slide" Target="/ppt/slides/slide13.xml" Id="R14e7bb8e026d4df4" /><Relationship Type="http://schemas.openxmlformats.org/officeDocument/2006/relationships/slide" Target="/ppt/slides/slide14.xml" Id="Re719ff7647f54cf6" /><Relationship Type="http://schemas.openxmlformats.org/officeDocument/2006/relationships/slide" Target="/ppt/slides/slide15.xml" Id="R262641f1ebb944d7" /><Relationship Type="http://schemas.openxmlformats.org/officeDocument/2006/relationships/slide" Target="/ppt/slides/slide16.xml" Id="R905bc4e26fc44d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68ca1befa04e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be1cc9ecc0422f" /><Relationship Type="http://schemas.openxmlformats.org/officeDocument/2006/relationships/notesMaster" Target="/ppt/notesMasters/notesMaster1.xml" Id="R25c3906c666f4f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19d9ee331c4f1a" /><Relationship Type="http://schemas.openxmlformats.org/officeDocument/2006/relationships/notesMaster" Target="/ppt/notesMasters/notesMaster1.xml" Id="R8e37013577c84c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e060f3b9634156" /><Relationship Type="http://schemas.openxmlformats.org/officeDocument/2006/relationships/notesMaster" Target="/ppt/notesMasters/notesMaster1.xml" Id="R6efd9080dbc240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32b3cadcc849eb" /><Relationship Type="http://schemas.openxmlformats.org/officeDocument/2006/relationships/notesMaster" Target="/ppt/notesMasters/notesMaster1.xml" Id="R05ad4dc573ad40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3aa333cec248c8" /><Relationship Type="http://schemas.openxmlformats.org/officeDocument/2006/relationships/notesMaster" Target="/ppt/notesMasters/notesMaster1.xml" Id="R0ae15b6c909446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acedaff55848a4" /><Relationship Type="http://schemas.openxmlformats.org/officeDocument/2006/relationships/notesMaster" Target="/ppt/notesMasters/notesMaster1.xml" Id="Rdb4430cd894a42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1c5c7c62ae4e7b" /><Relationship Type="http://schemas.openxmlformats.org/officeDocument/2006/relationships/notesMaster" Target="/ppt/notesMasters/notesMaster1.xml" Id="Rcc420231b8be4c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f3f39e78534ca3" /><Relationship Type="http://schemas.openxmlformats.org/officeDocument/2006/relationships/notesMaster" Target="/ppt/notesMasters/notesMaster1.xml" Id="R41ced831161d41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715dbad16c4490" /><Relationship Type="http://schemas.openxmlformats.org/officeDocument/2006/relationships/notesMaster" Target="/ppt/notesMasters/notesMaster1.xml" Id="Rc4c34587045348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cc2e3f202c4fdd" /><Relationship Type="http://schemas.openxmlformats.org/officeDocument/2006/relationships/notesMaster" Target="/ppt/notesMasters/notesMaster1.xml" Id="Rd7cd712951db45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727348e52e4306" /><Relationship Type="http://schemas.openxmlformats.org/officeDocument/2006/relationships/notesMaster" Target="/ppt/notesMasters/notesMaster1.xml" Id="Rc5dce318313944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9de7344b6e4929" /><Relationship Type="http://schemas.openxmlformats.org/officeDocument/2006/relationships/notesMaster" Target="/ppt/notesMasters/notesMaster1.xml" Id="Rbe045fd7e9bb428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af618d71db4978" /><Relationship Type="http://schemas.openxmlformats.org/officeDocument/2006/relationships/notesMaster" Target="/ppt/notesMasters/notesMaster1.xml" Id="Rc574817e692940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7508d48144433c" /><Relationship Type="http://schemas.openxmlformats.org/officeDocument/2006/relationships/notesMaster" Target="/ppt/notesMasters/notesMaster1.xml" Id="Rb189a79a49de4a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ee078288d0f43fe" /><Relationship Type="http://schemas.openxmlformats.org/officeDocument/2006/relationships/notesMaster" Target="/ppt/notesMasters/notesMaster1.xml" Id="Rd214ba89a9684e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b318dfae44b41da" /><Relationship Type="http://schemas.openxmlformats.org/officeDocument/2006/relationships/notesMaster" Target="/ppt/notesMasters/notesMaster1.xml" Id="R826f7ccfd8a44e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e5aa8081145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5d44e59b744fc9" /><Relationship Type="http://schemas.openxmlformats.org/officeDocument/2006/relationships/slideLayout" Target="/ppt/slideLayouts/slideLayout1.xml" Id="R8928f235080242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28f235080242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ccb86b7434666" /><Relationship Type="http://schemas.openxmlformats.org/officeDocument/2006/relationships/notesSlide" Target="/ppt/notesSlides/notesSlide1.xml" Id="Rff5a29f94a0e40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2d5f6fe9345d7" /><Relationship Type="http://schemas.openxmlformats.org/officeDocument/2006/relationships/notesSlide" Target="/ppt/notesSlides/notesSlide2.xml" Id="R61bcf07344ff41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4a93228f14750" /><Relationship Type="http://schemas.openxmlformats.org/officeDocument/2006/relationships/notesSlide" Target="/ppt/notesSlides/notesSlide3.xml" Id="R6079ee3b24a642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e06913b8b42c8" /><Relationship Type="http://schemas.openxmlformats.org/officeDocument/2006/relationships/notesSlide" Target="/ppt/notesSlides/notesSlide4.xml" Id="Ra2569a52616045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03048dd214ee9" /><Relationship Type="http://schemas.openxmlformats.org/officeDocument/2006/relationships/notesSlide" Target="/ppt/notesSlides/notesSlide5.xml" Id="R661899adedcd43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de7dbb0874c82" /><Relationship Type="http://schemas.openxmlformats.org/officeDocument/2006/relationships/image" Target="/ppt/media/image.png" Id="R28c0f13b6a214797" /><Relationship Type="http://schemas.openxmlformats.org/officeDocument/2006/relationships/notesSlide" Target="/ppt/notesSlides/notesSlide6.xml" Id="R5ff60d436edb4f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c6c84c1694b0c" /><Relationship Type="http://schemas.openxmlformats.org/officeDocument/2006/relationships/notesSlide" Target="/ppt/notesSlides/notesSlide7.xml" Id="R3a794e5c4def40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85b648a384695" /><Relationship Type="http://schemas.openxmlformats.org/officeDocument/2006/relationships/image" Target="/ppt/media/image2.png" Id="R2657708c2d5040dd" /><Relationship Type="http://schemas.openxmlformats.org/officeDocument/2006/relationships/notesSlide" Target="/ppt/notesSlides/notesSlide8.xml" Id="Rf547d92b336446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cd70d411f4058" /><Relationship Type="http://schemas.openxmlformats.org/officeDocument/2006/relationships/chart" Target="/ppt/slides/charts/chart1.xml" Id="R2ed968e5a0614c02" /><Relationship Type="http://schemas.openxmlformats.org/officeDocument/2006/relationships/notesSlide" Target="/ppt/notesSlides/notesSlide9.xml" Id="Rac1caa5894b846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d7190b72744f6" /><Relationship Type="http://schemas.openxmlformats.org/officeDocument/2006/relationships/image" Target="/ppt/media/image3.png" Id="R77acd17572e241a6" /><Relationship Type="http://schemas.openxmlformats.org/officeDocument/2006/relationships/notesSlide" Target="/ppt/notesSlides/notesSlide10.xml" Id="R2b900fd6dc8842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3ce916e5342b9" /><Relationship Type="http://schemas.openxmlformats.org/officeDocument/2006/relationships/image" Target="/ppt/media/image4.png" Id="R4c04607c711c43ea" /><Relationship Type="http://schemas.openxmlformats.org/officeDocument/2006/relationships/notesSlide" Target="/ppt/notesSlides/notesSlide11.xml" Id="R756ec42cbe3547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3b26e44b34fd3" /><Relationship Type="http://schemas.openxmlformats.org/officeDocument/2006/relationships/notesSlide" Target="/ppt/notesSlides/notesSlide12.xml" Id="R2acf55051d8c47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7395f3b754198" /><Relationship Type="http://schemas.openxmlformats.org/officeDocument/2006/relationships/notesSlide" Target="/ppt/notesSlides/notesSlide13.xml" Id="Rcd2c0f6189de41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181e603a84c8d" /><Relationship Type="http://schemas.openxmlformats.org/officeDocument/2006/relationships/notesSlide" Target="/ppt/notesSlides/notesSlide14.xml" Id="R8aa9fefed4e04f1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71879bed145e8" /><Relationship Type="http://schemas.openxmlformats.org/officeDocument/2006/relationships/image" Target="/ppt/media/image5.png" Id="Rb0b38bb20dd444b7" /><Relationship Type="http://schemas.openxmlformats.org/officeDocument/2006/relationships/notesSlide" Target="/ppt/notesSlides/notesSlide15.xml" Id="R6c0071b56c7c428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c6aad905245d8" /><Relationship Type="http://schemas.openxmlformats.org/officeDocument/2006/relationships/notesSlide" Target="/ppt/notesSlides/notesSlide16.xml" Id="R487a22f3887949b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D69BE1-E624-4616-80CF-7B6ACA54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852A1-7751-449C-98F5-D0E6201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BACA5-AF3E-43D1-AF65-9167987A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C5E41-DA5C-43AF-8084-DE2E7A11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72012-220B-4428-9FA4-8FBE6D81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529E8-84E3-4C00-938F-A2D99F64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896093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F6FBFC-724A-44CA-B2A5-07AF87DC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0D535-3727-4B28-B2B2-1DB3DD9F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34C45-E1D1-4E2F-BBA8-CC2BF161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1697A-D266-4410-939C-FFA04BF7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7196B-8699-4E33-803C-006215E4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CB269-6615-4DF1-A8D0-5521EF78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947EE-8AA0-40E6-89A2-61CA3D4F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73F47-AA0D-402A-9409-90E828FB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838F0A-1807-4CD2-8C4A-E688B34F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6C338-56DB-4158-8AA2-9156A7BB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B873D-1298-4786-959A-9C20C49A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35C4D3-44E6-48FD-9790-2707C528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885914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3F234-BCBD-4DF2-8A73-9C24EB05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4DFFF3-62F1-4E29-A92C-98335AF0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3A2C6-006A-4BF1-A18C-FD70F0A3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BF7306-3814-4449-B2EE-1B5990C9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B4DCB-2289-407A-9EDB-A5577014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D1CCC-657E-4F59-96A5-A1726C60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A8A58-763C-42FA-B23C-82E97BAA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964D4-FE2C-441D-A940-233DBD07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92179-6029-4BA1-9228-FC5903B1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2CBDF-44E4-4C20-8D68-085DA853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CD6C9-18E2-4C4A-BACA-99AC9B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72249-763B-4167-836D-ED32E43A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014F9-FB9A-4A14-A06B-1DE78D27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F8550-43BA-4ACC-978E-AE5B3A87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D08A7D-4716-46DA-A464-233BCE73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C09BA-CFAA-47C6-B4B7-B266104B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BF4D15-45F6-4F54-9CE7-03541714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59672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C7B700-39F6-49E2-9A5C-91ABF121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D0D72-ABB4-4B93-99B9-B380EEF0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FCD41-3788-42F2-A1C1-3CE20A34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A9FDD-3841-42D4-986B-D514CDB9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CCBA3-0202-4DC0-8544-6C82313E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B2811-FC1E-4817-AE75-E11DDD06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3FECD-D0CD-44BA-B22B-DDBB4D88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89CD7-71F2-40FF-98D9-BA4BAABE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BB696-19FA-48F9-98E5-333F1DD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41DF6-D774-4399-91F6-D9EBCEFB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B4643-9DA3-4579-B03D-CBC70845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99364-066D-41F7-AF99-7E82B225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8B04E-839D-4050-BC29-47BE2B0B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68011-CC6E-4EB0-9186-AD83AB6B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0B9527-010D-455D-BFCF-15095024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BB23E-9F25-4849-9653-E10A8741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FB68E-2EF2-4FC6-8402-C93A8E8A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D10CD0-8C9F-4906-89FB-88CA8143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B9B9A-4F0C-4B81-B636-233767B2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40A595-3C3E-415F-A081-DE8F949B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C1E4FE-8833-46C4-B502-D4172E06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7F2832-0D0D-4614-9F41-9755F42E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1CD757-F499-4794-AF62-E5F86C0A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74A5BF-28C2-4F9C-AA52-21ECAB67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C61396-3210-43F7-8162-26B1BFE4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BED880-28A1-4E0B-9B08-D4F26B2F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B5206B-EBF6-4E9B-A90E-2C888DB7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AEAE4F-BB47-42F0-BC32-BA2F8059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5375C0-1438-4B75-929C-B690BA19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ABCD3F-9A3B-4E00-9878-909D4FA0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BDD263-2F15-40A3-92CE-EBC4B03F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0ED5D0-6112-4CFD-A684-BB5C5FC1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A5E6C-D904-4DFB-803F-2C59352D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0E03C2-E21C-47CF-90E5-2E7D0162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2E9CDB-9C95-4CC7-811E-BD9B6A56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750E44-9BE4-4715-970D-CB7F0357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B7D97C-0420-4F82-90D3-147DF335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E9191E-8BC4-4BDB-A3EC-104C2176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1663F7-676B-434B-965B-1B24DBEA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621536-07B2-4EE1-AD1B-E9DFC7B9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D83F15-DD6C-43E0-A5F4-29B66C64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05F8EA-95AE-4D79-AE73-85213217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771DD9-3973-47F9-97FA-86708F16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522697-B465-4774-986E-767626E8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A023DE-B10A-4E20-A970-D5FB42F2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9E7A4C-A5D4-4E24-AD1F-A83A9324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D1A7F4-1B68-4F76-9F5F-B78C153A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B9C996-C93F-4A9D-AD80-7ACF1510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C7B881A-B2D2-4536-8538-5E1A4B84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3E427A-D30A-494F-8ECE-BF4F997D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1C0747-481C-4CA6-A73A-EBA1D10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84D2008-888C-4AE2-A0FE-8B8E2BCE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F48D15-2F9B-495E-AC3B-DC900115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EAB33A-F4D9-4A87-8765-928280D9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94C0C4-0864-4EF5-B987-99C164C0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1983F5-7730-4C5C-B5E7-B822F072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4D4F18B-F1DC-4078-BE1A-67193E78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22FD70-4DB1-4BFD-A09E-4FFE542B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FB46794-6128-41CE-B836-C75A872B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0D0EC6F-EB24-43D5-82B0-E5D179A1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AB5B752-2C47-4FE6-A63E-13B62467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17EC71D-D9E0-4C5E-8A47-5ABFBD14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3CA97E9-9E15-4E6C-8AE2-A053DF9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6E84DBD-1420-4EB0-A601-F1364724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4C26141-BCA5-4406-A9B2-F76D957B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EEC1AB5-F0E6-4EBD-9AAD-257A8498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902244A-5020-4021-9337-A636BC91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C17D3BF-BF30-40A7-B1AC-D00A1950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5F2F52-37BA-4C3A-BE76-DA8B9821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3BE14F2-0E72-4DBF-87EF-A2C13AB4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06C8DA3-4955-41C6-B620-393F9D53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A3C306-649C-4321-B822-C6C291E4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1696001-0F8B-473E-BBDD-BDDC56C0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A65F632-C6BB-4145-B51C-EC6E0747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250CC0C-4311-4211-B617-040EA0EF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1FCCEB-4422-4E99-A81D-776DCB81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FE2FD8F-C1CC-476B-95AF-A37ADABF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1A10E58-02BB-4485-B15A-F12BACAE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9762140-263C-429A-8B0F-7223AB2C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E844574-2781-45CA-B611-6FA4C52E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85A1B49-513B-45B5-8742-9567D62F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9A02031-EF00-4500-8E57-41583C4D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17BE262-1B63-4210-AC7B-32255D03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84287B2-D2D1-41C2-AA88-3DB5999D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A541A89-C67D-4891-9218-02E99FDB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879AEC6-C57C-4948-B244-B18CBD74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257AF0-4627-4F6D-B740-7B8D0244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FF33D8C-F04B-4B18-A065-4F717F8F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F3A2C14-8A26-431E-825B-1E82FC7E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3CAE6B-273C-4CD4-B8E5-F20CE0BC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073695E-DD6E-4A43-8537-927C91AF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244951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FB6FDA-5127-417C-B4E1-B00B6EF6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66542-ACC4-405E-89BF-0CFCCA69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C1636-D6A2-435C-A61A-B24D80A2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7A710-D1A0-4EAA-9D64-D47FF410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243E8-9BB2-4FCE-B5DA-201363E6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876EE-0499-486E-A80B-F5B8BA81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30F5C-64F9-40AC-BC31-C2DAA7C7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C0853-84C5-4C49-8947-91E41DED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11F00-154A-49BB-A971-53D6C1AA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E55758-DFB1-4BC7-A5BB-4D830E85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611F2-9424-42F7-A438-3A85321B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6FF55-5469-4022-9AD5-D513D941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B80DA-3C73-4C66-90B7-62765406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3F11E8-0A6B-403D-957C-2835F4AB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E2CF2-97C9-4FCE-AC4F-F3CF487D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6F603-F1E8-4FF2-BB2E-4B4676F3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2B86FD-66BC-483A-AF8E-88F99A81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03560D-4374-4AE5-A1FC-41B2FBF0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CD7D1F-AAA9-4310-967F-670234CB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CB5BA-0A8B-44F1-9C30-0C1B143B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918346-9F40-4DEB-8BAA-EC451DEA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AAFAA-199D-4297-8283-2ADA16D0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0ECD18-1FF1-43FA-9508-A0AA7D65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2CDC30-A2CB-4885-BBE1-4046323B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9EBCDC-4287-4216-B1E4-F257C560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78A520-3668-4CEC-BDD9-AF88D87E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607374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3DF3D0-D983-4929-9EC9-52CF72CD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D5E02-4AA2-4684-9402-214ABBA1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C6E8F-6D3A-43CA-94A4-87A7229D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0f13b6a214797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4F05E-9E3C-4830-81A6-87772E53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01588-74E4-4BDE-84E5-D87B2E65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A5BCC-206F-4FF1-B99E-5C7EEF62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B54D0-9AC1-4B31-872B-85D880FA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62F54-4FC9-4F3B-AF4E-7083D5DD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F59C9-1D50-4F8F-88C4-9B344C91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F072C-8C33-4106-B560-5B894462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FBC781-60DD-47C0-860F-769F71E1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386D6-D242-4687-815F-8786A88A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AB98E-79C6-43D1-815D-9C8B70CA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AB36B7-474E-47A6-915E-AC550F9E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220355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731614-2319-41F8-83F5-194F0EAB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06E11-7614-4E1D-9A9C-78AC5864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62B5E-EC39-4963-A5FE-F55A97F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CB84C-B2FA-4442-BF2A-3B6BAEA6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41604-9218-4129-8E47-1A417748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FC62F-A66A-49A4-A9F5-B0AA2067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23DF1-188F-4868-836C-5EAC09DF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CA74D-97D1-4F01-8AFF-352B8316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DE79D-F052-4FA3-8188-B018A558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F9B7BE-ACB6-4ECC-A68D-322AB6EB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A56A0-85C9-4EAF-82BD-C039974D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07CEC-A2CA-499D-B52B-5316E045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ED7C17-A2BC-4017-900B-601D06B9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0A0A31-001E-4407-A263-3AAB8C3F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739E46-F003-4D54-AF23-40FC3565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2EB78-C75C-415E-B317-DDDAA407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A4C320-7E3C-4535-B6A1-6E5E9E95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89138-D101-4DC3-866A-3220014A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B4D79E-F87F-4012-8E06-56332CC7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64226E-3F06-4471-B8D7-4CAAA2A6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E9837F-5EC7-4FB0-9B18-BF3C639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C40650-44D8-47FD-8EFA-22BFE023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5EB25A-0089-460B-A097-585616BF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039C54-964E-4534-BD6A-A5F62331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43A1D7-6EE9-42A1-85D7-B7F29F11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A3EA26-3406-4BF7-80D2-1744EB2C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9BB2AC-03DD-482F-8C23-0F8F5B7A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17AAB5-2719-4478-BAF1-934316E1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C3F731-9CE8-45F0-A668-20580DF4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263940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934143-B2C3-4C95-9728-BE21CBD9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9BA4F-B444-40F3-A7D7-6595CE9F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9A7C5-70A3-44BA-8CA7-D6E283C4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7708c2d5040dd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77E7D-C453-46BA-B4E9-20A60517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853D-772F-43C6-961B-DB270A03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B91B3-B9C7-40FD-85F7-BDC7CC27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088B5-FC34-4EB3-BC0A-CE45DD05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798755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7D2090-6840-43AA-BB54-A285567F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A1AFD-606B-470F-A8B0-3333143E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36E71-E478-476B-9D41-03746786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968e5a0614c0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46B5E-15E5-458C-9E40-9260E4F3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03CA1-9B38-4BE7-B93E-B9D7C342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3E504-B704-4C51-AE60-3C95115F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1E34AE-833D-4E70-8D7C-D03F8C4A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321D7-F983-4032-8404-935076D4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53AC7-4065-4DA6-8631-1F903CA7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24ADF-0645-4F6B-A2B8-32B34E17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4670B-88ED-4D06-9D6C-71A5710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7401F-491C-4667-8048-D94EE185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525201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6E328E-8884-4F3D-94C1-6E89E0FC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818CE-0C32-4284-972D-70F92279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24BFD-C015-4359-B9C8-B6E7E473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cd17572e241a6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15895-7BB2-4FC4-8380-F3DA5E7D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86B6D-24A2-4C02-B2AF-64A50A24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58770-7467-4B3B-AC0A-5BD31879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B41678-BD1A-4B71-B250-883F80F3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666364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AC9AFD-CE85-4367-BEF2-598CBA01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56F67-D7AC-498B-8017-480EA92C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C3172-D5FF-4904-9031-0B4609EF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4607c711c43ea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8A662-140A-4FDD-9E2C-0040ADEA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0333F-E1B7-4E3D-A944-DF391448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A3C1D-F41C-42C6-AACF-0F496A8C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AD948-1BC9-43FE-94E1-2BBE2870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30694-45C0-45CB-B8CC-EA3D593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7A341-7218-45BB-8401-081AAD32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E89A0-629D-4C92-AD3F-3F895E7C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5A24C-DE98-4539-965E-49E2A7CD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590E31-541B-463D-93E8-8DD894D8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610912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A2A30D-6F67-4A00-961F-C2C4D32E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A0EE3-8A40-4F5C-B4F2-B9A4BBA1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E27BD0-18D6-4D39-882E-0F0E026E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E2859-8E26-4E1B-AF70-72B914EB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49341-D462-4025-BD2C-00663AA2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3E6F-5831-44DF-ACD9-7058A77E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01804-E532-48BD-BBC6-0B3AC577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5E021-A4A0-40DF-8BE0-B570EE9C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DBD67-4611-4F7F-8687-6C424686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A65D9-4C43-4C5F-B3DC-BECEB532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23894B-F502-41E1-879F-D9D01BA7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BBB49-565D-4F8C-AE35-C3424A20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1CE03-30AC-47D9-BF2A-0431DA70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14633-A937-42B5-85B8-805ED5F3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CBAD4-4419-42B6-9BC5-EEBBFE2F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0F507-6AEE-40F7-8E31-AF58F8F6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80D12-5449-4763-9EE5-84186D93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CB7F31-9F89-4536-A597-B14D504E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DD331-5756-4DD1-8874-3FA9EF7E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8DE9FE-EEA7-45DA-B3E7-BBD37CD1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13202D-053B-4134-BD77-322D10A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B098C-6886-47FB-BB87-C6BBCA7E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CAE943-7665-46E5-8ABA-9D704330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6B8721-CE1E-4198-811B-7F69332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DD5811-8D45-4E7E-83D9-DE448965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7681942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4AD96A-13F3-4DAD-ABA4-81CD109F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6B608-A903-4590-93A2-64E62F15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3FE09-8BDB-4A38-B509-89123D4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C250C-252A-456E-8545-94FD301D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37942-5C29-4480-8879-881A46C6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99443F-069A-41DB-8291-E38E1165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61CE2-25F3-43DE-9C4D-D6B7334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6AF1F-9BF6-44B4-BC37-75474084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120D7-E32B-47DD-8CF1-5A600411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32206-B419-4B08-BBE6-744B3C0A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88996-E9F6-4576-A3CF-C5620A08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56D25-397C-4FF7-B7F6-67BD2A27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F79DE4-FD3C-4219-9CC7-88463E13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6DE10-688C-43B5-941C-DBB10C28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6899E-69B4-4ED0-83C6-C2B94A87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89F8D4-B729-4144-8DD4-AB462498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A922D8-C32B-4586-9793-051440FD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8574861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DD1A44-9AD1-4345-A6D7-DA610D35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A8AEA-360C-4B4F-83A8-E3EB4D78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01B60-0831-46FE-AB92-902EE4F5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5C804-9212-4BEB-8BDC-ABF4181A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D36DE-97FA-4C91-806C-23A7936C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E455C-7BBB-4F39-8F63-987333F2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A666E-78B7-452D-BE58-6170AAA3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2724F-1DC2-4031-81E0-50E6E1E6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1FA6A-906B-43D2-A66F-3D3EABB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41ECED-22C4-4026-8332-E3255E98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F0BA8F-BB60-4007-8306-A975F8E6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4A453-97B0-4994-BE3D-8A3DD4FB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0C66D-6BEC-4015-BA7F-08BCD86A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D1A8C-C4D9-4F04-BB81-894DEC8D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726F4-7548-4748-A1E9-CB2EBBE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5C1703-76B4-4659-94F7-97F4E9AF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2A267-1791-4B02-AA1B-4D0A2AC7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2B09E9-2EF6-47F9-B04E-34D4D981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51E10A-1151-4DDA-AFA4-4805BD6D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15CC6-91D6-4CE6-B60B-D7D1CA60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5353FD-68ED-4ED6-9DF1-54B493D0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D605F0-AE62-4680-A775-44B4CAED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061EC-9677-4682-80DD-591ECFDF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C3EB60-A9B3-4415-86DE-D0509C17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519844-68B8-4F6B-A3E3-9E5CE2F9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1400D-ADB6-4B27-B153-CD636C2E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83DA86-CEE0-4101-B202-3C4B6ADF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F01792-62A5-4C45-827E-A730BC24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311C4-BFA2-4A12-8E69-99533B39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4B1486-B919-4E89-A474-D26ECAF1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9A0C8-EE19-4830-BD8A-6B1FBA28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232A9E-D197-4D4B-91A8-CFA43034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D9CB6D-7E91-4221-AED4-56F9A82F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4B69DE-B2E8-41F0-9C4B-CE39EFD4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7BDC18-D5F9-4F4E-8B1B-81680C93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18663F-269F-4248-88ED-2D55A46F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CC841B-22D3-444D-A228-5C72C423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A6FA31-1EE7-402C-9D45-C8EB01B0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5F54A9-9D4A-4D03-860A-6A4B712A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5D6F7F-756D-4B0B-ABFD-9AF67CFD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86057F-1F6D-484D-ABB6-00127F6B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0361BC-164F-4681-BC18-CADF6AA4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88CCE1-B486-4BB4-8393-DA0BFBB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B04813-E0B5-42A3-89B9-077C0E50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1F69E8-3063-4A64-9C80-15F01937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3A95A9-6847-4CE1-9F4E-F0AF86AC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50489F-82BE-474B-BB37-FB7CC72E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483260-A784-4A33-8244-3FD0AD05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C01726-45FF-4468-9E21-BD20AD02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B78883-74B0-4405-A799-49B0CD93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2178B9-B395-42EB-9B8F-A7AD5C2E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1AB89D-77EA-46C5-A882-88AF5D33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337E45-1FDD-40BE-89E9-0CBCFF02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DC42CB-2705-4E04-9FC9-D6A703CF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FD434B-7215-4D34-89F5-12AF0049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04B862-17E9-400A-A5B2-95227BDD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30D8EF-1EE2-4C64-B86F-CFD5E5FC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0D3CE5B-AA3B-4751-8872-D6A9B59C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43C39E-1156-40BF-9998-DCF183A8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146691-56A1-4DB7-86C6-4D867B1F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D7E310-D3B5-41BA-A29B-44DC7849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65AD94D-B939-432D-9271-7A3920BC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5830853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60CFB1-F11D-42D6-A3F9-55CA2B64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8722-361E-4FAD-8DD9-361EE24B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9C1E8-10DF-451E-9485-4BC63788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38bb20dd444b7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395B2-52DF-4C5B-812A-5DDCE50D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BD014-5F10-4A40-B33A-3E5FFE04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47295-8B41-4BB4-864C-D84BB91D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E3B88-F3D5-4284-ADC5-4C8A29F2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00A64-19AD-4C57-8569-221C7AB1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232C8-1697-4F61-82E1-6FFC186E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1C798-AB47-45B4-BA93-539BBC7A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B1680-0AAB-4423-A185-3179E06C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CC0C4-DF87-468E-923D-9F9ABC24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685058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547941-FBAA-4C3F-8B2E-2164CC26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12F4C6-7800-4A12-B6DC-6DAF724E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Broad strategy-pool reopening is now a deliberate compute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1ECFF2-CDDA-452D-8683-AE7B1973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A8DC5-FBF4-4DC9-BAAE-AB2500BB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4438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9CE4E-F19D-4D1E-BBFC-33F81184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438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5C659-ADE7-4EAD-87DD-AEF27A7A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What we learned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CE349-6232-48B7-B3D9-E6C9A8D9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0CFCBC-06FC-48BD-81EB-E20FDDD4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850"/>
            <a:ext cx="3124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EMA-only feature diagnostics are cheap enough for interactive iteration.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50FD6-C7D5-40D2-AACD-709D3F5E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A6E5-6E04-43B0-8148-7D89E948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29000"/>
            <a:ext cx="3124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Trend/breakout authority fitting was much slower: roughly twenty minutes for one quarter across five symbols.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1C070-106F-44DA-BBC2-2887B68A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84023-BB6A-4BB2-8074-F70BF4C3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67150"/>
            <a:ext cx="3124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A full four-window reopened-pool sweep would be a dedicated compute job.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49CD6A-1379-4077-8562-BD60DF50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67647"/>
                </a:solidFill>
              </a:defRPr>
            </a:pPr>
            <a:r>
              <a:rPr sz="1950" b="1">
                <a:solidFill>
                  <a:srgbClr val="067647"/>
                </a:solidFill>
              </a:rPr>
              <a:t>Recommended next compute slice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E5DB5-3BDD-4151-B2CD-B4B284EA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0D5DC9-BD62-40C1-9BA1-85F0BFCC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90850"/>
            <a:ext cx="3124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Keep the control lane fixed.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C3CF53-0939-4950-A00E-2C21EB03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D1D134-5807-4987-8F0F-B708720E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71850"/>
            <a:ext cx="3124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Run one reopened pool at a time.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5FE15-E3F1-42B9-945D-7A521121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48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26625-B45C-4CF1-8ED9-88B90068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52850"/>
            <a:ext cx="3124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Start with trend/breakout on two annual windows before running classical full.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C95224-9C24-4B7A-A038-AC2E6DEB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5CB29C-A8E7-48A8-95E9-86AFBC15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33850"/>
            <a:ext cx="3124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Treat partial packets as timing evidence only, not performance evidence.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20E26D-2487-4975-A9A3-D1467360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62600"/>
            <a:ext cx="975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This is a useful engineering result: the next question is still valid, but it should be scheduled rather than hidden inside a chat turn.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482FEE-DA2C-4A46-BEBA-F6F694AF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944182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2026-07-12T02:25:40.2570000Z</dcterms:created>
  <dcterms:modified xsi:type="dcterms:W3CDTF">2026-07-12T02:25:40.2570000Z</dcterms:modified>
</coreProperties>
</file>