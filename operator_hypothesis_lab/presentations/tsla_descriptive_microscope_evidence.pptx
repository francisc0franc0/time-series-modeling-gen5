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bce5f1ed7144b8" /><Relationship Type="http://schemas.openxmlformats.org/officeDocument/2006/relationships/extended-properties" Target="/docProps/app.xml" Id="R35afa3d5254f498f" /><Relationship Type="http://schemas.openxmlformats.org/officeDocument/2006/relationships/officeDocument" Target="/ppt/presentation.xml" Id="R68cf8955954c46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7cc39b95564d2b"/>
  </p:sldMasterIdLst>
  <p:notesMasterIdLst>
    <p:notesMasterId xmlns:r="http://schemas.openxmlformats.org/officeDocument/2006/relationships" r:id="R7c60bff3d6e748a3"/>
  </p:notesMasterIdLst>
  <p:sldIdLst>
    <p:sldId xmlns:r="http://schemas.openxmlformats.org/officeDocument/2006/relationships" id="256" r:id="Rb26edf371e23440b"/>
    <p:sldId xmlns:r="http://schemas.openxmlformats.org/officeDocument/2006/relationships" id="257" r:id="Ra257527d8f714d57"/>
    <p:sldId xmlns:r="http://schemas.openxmlformats.org/officeDocument/2006/relationships" id="258" r:id="R6c46465cf34a404f"/>
    <p:sldId xmlns:r="http://schemas.openxmlformats.org/officeDocument/2006/relationships" id="259" r:id="Re97d6d52d0e241cc"/>
    <p:sldId xmlns:r="http://schemas.openxmlformats.org/officeDocument/2006/relationships" id="260" r:id="Rb22a1f62dc8041f7"/>
    <p:sldId xmlns:r="http://schemas.openxmlformats.org/officeDocument/2006/relationships" id="261" r:id="R53c9a87f72a94b4e"/>
    <p:sldId xmlns:r="http://schemas.openxmlformats.org/officeDocument/2006/relationships" id="262" r:id="Rf2d0d2d36713477b"/>
    <p:sldId xmlns:r="http://schemas.openxmlformats.org/officeDocument/2006/relationships" id="263" r:id="R674c5b9788e848c0"/>
    <p:sldId xmlns:r="http://schemas.openxmlformats.org/officeDocument/2006/relationships" id="264" r:id="Ra4822c9e02864476"/>
    <p:sldId xmlns:r="http://schemas.openxmlformats.org/officeDocument/2006/relationships" id="265" r:id="R3c6629c1cbd64e3f"/>
    <p:sldId xmlns:r="http://schemas.openxmlformats.org/officeDocument/2006/relationships" id="266" r:id="Ra91b6a4e24884fcc"/>
    <p:sldId xmlns:r="http://schemas.openxmlformats.org/officeDocument/2006/relationships" id="267" r:id="R3e0baacb00b34b70"/>
    <p:sldId xmlns:r="http://schemas.openxmlformats.org/officeDocument/2006/relationships" id="268" r:id="Rcbb176f099ad44bb"/>
    <p:sldId xmlns:r="http://schemas.openxmlformats.org/officeDocument/2006/relationships" id="269" r:id="R6f51a66bcda34f42"/>
    <p:sldId xmlns:r="http://schemas.openxmlformats.org/officeDocument/2006/relationships" id="270" r:id="R96ae2cf278d64820"/>
    <p:sldId xmlns:r="http://schemas.openxmlformats.org/officeDocument/2006/relationships" id="271" r:id="Rb4f0ea01794d4d4c"/>
    <p:sldId xmlns:r="http://schemas.openxmlformats.org/officeDocument/2006/relationships" id="272" r:id="R4fb887d3286143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a9663201ed45cc" /><Relationship Type="http://schemas.openxmlformats.org/officeDocument/2006/relationships/slideMaster" Target="/ppt/slideMasters/slideMaster1.xml" Id="Ref7cc39b95564d2b" /><Relationship Type="http://schemas.openxmlformats.org/officeDocument/2006/relationships/notesMaster" Target="/ppt/notesMasters/notesMaster1.xml" Id="R7c60bff3d6e748a3" /><Relationship Type="http://schemas.openxmlformats.org/officeDocument/2006/relationships/presProps" Target="/ppt/presProps.xml" Id="R43e77fd6201043f5" /><Relationship Type="http://schemas.openxmlformats.org/officeDocument/2006/relationships/tableStyles" Target="/ppt/tableStyles.xml" Id="R2aff4d97fb4741a6" /><Relationship Type="http://schemas.openxmlformats.org/officeDocument/2006/relationships/slide" Target="/ppt/slides/slide1.xml" Id="Rb26edf371e23440b" /><Relationship Type="http://schemas.openxmlformats.org/officeDocument/2006/relationships/slide" Target="/ppt/slides/slide2.xml" Id="Ra257527d8f714d57" /><Relationship Type="http://schemas.openxmlformats.org/officeDocument/2006/relationships/slide" Target="/ppt/slides/slide3.xml" Id="R6c46465cf34a404f" /><Relationship Type="http://schemas.openxmlformats.org/officeDocument/2006/relationships/slide" Target="/ppt/slides/slide4.xml" Id="Re97d6d52d0e241cc" /><Relationship Type="http://schemas.openxmlformats.org/officeDocument/2006/relationships/slide" Target="/ppt/slides/slide5.xml" Id="Rb22a1f62dc8041f7" /><Relationship Type="http://schemas.openxmlformats.org/officeDocument/2006/relationships/slide" Target="/ppt/slides/slide6.xml" Id="R53c9a87f72a94b4e" /><Relationship Type="http://schemas.openxmlformats.org/officeDocument/2006/relationships/slide" Target="/ppt/slides/slide7.xml" Id="Rf2d0d2d36713477b" /><Relationship Type="http://schemas.openxmlformats.org/officeDocument/2006/relationships/slide" Target="/ppt/slides/slide8.xml" Id="R674c5b9788e848c0" /><Relationship Type="http://schemas.openxmlformats.org/officeDocument/2006/relationships/slide" Target="/ppt/slides/slide9.xml" Id="Ra4822c9e02864476" /><Relationship Type="http://schemas.openxmlformats.org/officeDocument/2006/relationships/slide" Target="/ppt/slides/slide10.xml" Id="R3c6629c1cbd64e3f" /><Relationship Type="http://schemas.openxmlformats.org/officeDocument/2006/relationships/slide" Target="/ppt/slides/slide11.xml" Id="Ra91b6a4e24884fcc" /><Relationship Type="http://schemas.openxmlformats.org/officeDocument/2006/relationships/slide" Target="/ppt/slides/slide12.xml" Id="R3e0baacb00b34b70" /><Relationship Type="http://schemas.openxmlformats.org/officeDocument/2006/relationships/slide" Target="/ppt/slides/slide13.xml" Id="Rcbb176f099ad44bb" /><Relationship Type="http://schemas.openxmlformats.org/officeDocument/2006/relationships/slide" Target="/ppt/slides/slide14.xml" Id="R6f51a66bcda34f42" /><Relationship Type="http://schemas.openxmlformats.org/officeDocument/2006/relationships/slide" Target="/ppt/slides/slide15.xml" Id="R96ae2cf278d64820" /><Relationship Type="http://schemas.openxmlformats.org/officeDocument/2006/relationships/slide" Target="/ppt/slides/slide16.xml" Id="Rb4f0ea01794d4d4c" /><Relationship Type="http://schemas.openxmlformats.org/officeDocument/2006/relationships/slide" Target="/ppt/slides/slide17.xml" Id="R4fb887d3286143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e84f39672447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458d8966eb4741" /><Relationship Type="http://schemas.openxmlformats.org/officeDocument/2006/relationships/notesMaster" Target="/ppt/notesMasters/notesMaster1.xml" Id="R25b324987bab4d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ea358bc6dc49b3" /><Relationship Type="http://schemas.openxmlformats.org/officeDocument/2006/relationships/notesMaster" Target="/ppt/notesMasters/notesMaster1.xml" Id="R63bdb22b9e9141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72dc6c42724457" /><Relationship Type="http://schemas.openxmlformats.org/officeDocument/2006/relationships/notesMaster" Target="/ppt/notesMasters/notesMaster1.xml" Id="R44e14c59816144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825214dd4e427e" /><Relationship Type="http://schemas.openxmlformats.org/officeDocument/2006/relationships/notesMaster" Target="/ppt/notesMasters/notesMaster1.xml" Id="R6c6574ba4e344b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67a80426ca4cfc" /><Relationship Type="http://schemas.openxmlformats.org/officeDocument/2006/relationships/notesMaster" Target="/ppt/notesMasters/notesMaster1.xml" Id="R0ee388f17f9549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8df1dee79045af" /><Relationship Type="http://schemas.openxmlformats.org/officeDocument/2006/relationships/notesMaster" Target="/ppt/notesMasters/notesMaster1.xml" Id="R14bca9e86c6f4e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66f1c164fc4024" /><Relationship Type="http://schemas.openxmlformats.org/officeDocument/2006/relationships/notesMaster" Target="/ppt/notesMasters/notesMaster1.xml" Id="Rb4693e0b08694a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e0c80f3d9145f4" /><Relationship Type="http://schemas.openxmlformats.org/officeDocument/2006/relationships/notesMaster" Target="/ppt/notesMasters/notesMaster1.xml" Id="R5d486c592cd949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03b661c45d434b" /><Relationship Type="http://schemas.openxmlformats.org/officeDocument/2006/relationships/notesMaster" Target="/ppt/notesMasters/notesMaster1.xml" Id="R1c7b106cc5be46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aeb4f4fd6840b5" /><Relationship Type="http://schemas.openxmlformats.org/officeDocument/2006/relationships/notesMaster" Target="/ppt/notesMasters/notesMaster1.xml" Id="Ra74a1f34bd824c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9b0adfb3d346a1" /><Relationship Type="http://schemas.openxmlformats.org/officeDocument/2006/relationships/notesMaster" Target="/ppt/notesMasters/notesMaster1.xml" Id="Rbcf3317f2e424a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a1c700db4b441e" /><Relationship Type="http://schemas.openxmlformats.org/officeDocument/2006/relationships/notesMaster" Target="/ppt/notesMasters/notesMaster1.xml" Id="Rcff01c70794f400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f6c0a7d58f46f7" /><Relationship Type="http://schemas.openxmlformats.org/officeDocument/2006/relationships/notesMaster" Target="/ppt/notesMasters/notesMaster1.xml" Id="Rf97b1e52523646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dba5368c457442b" /><Relationship Type="http://schemas.openxmlformats.org/officeDocument/2006/relationships/notesMaster" Target="/ppt/notesMasters/notesMaster1.xml" Id="R0806a4527d4f4ea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37b7f5d5df14911" /><Relationship Type="http://schemas.openxmlformats.org/officeDocument/2006/relationships/notesMaster" Target="/ppt/notesMasters/notesMaster1.xml" Id="Rf8ac69fd3b6448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dad1ad5a6624452" /><Relationship Type="http://schemas.openxmlformats.org/officeDocument/2006/relationships/notesMaster" Target="/ppt/notesMasters/notesMaster1.xml" Id="R99d40eee642a402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33763f718004b6e" /><Relationship Type="http://schemas.openxmlformats.org/officeDocument/2006/relationships/notesMaster" Target="/ppt/notesMasters/notesMaster1.xml" Id="R2a31cc87f7cf4f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66540b0e6544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59a344f6424d78" /><Relationship Type="http://schemas.openxmlformats.org/officeDocument/2006/relationships/slideLayout" Target="/ppt/slideLayouts/slideLayout1.xml" Id="R4dca3461df9047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ca3461df9047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f52eccbd74019" /><Relationship Type="http://schemas.openxmlformats.org/officeDocument/2006/relationships/notesSlide" Target="/ppt/notesSlides/notesSlide1.xml" Id="R05261e15bdf14a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66a804f1e4b1c" /><Relationship Type="http://schemas.openxmlformats.org/officeDocument/2006/relationships/notesSlide" Target="/ppt/notesSlides/notesSlide2.xml" Id="R39f7a6131ec34b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b5713d06f4350" /><Relationship Type="http://schemas.openxmlformats.org/officeDocument/2006/relationships/notesSlide" Target="/ppt/notesSlides/notesSlide3.xml" Id="Re32d0751ced442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b3add6e1b4376" /><Relationship Type="http://schemas.openxmlformats.org/officeDocument/2006/relationships/image" Target="/ppt/media/image.png" Id="Rb38af22748c441bb" /><Relationship Type="http://schemas.openxmlformats.org/officeDocument/2006/relationships/notesSlide" Target="/ppt/notesSlides/notesSlide4.xml" Id="R9293fe00502b45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dc5078a5d483b" /><Relationship Type="http://schemas.openxmlformats.org/officeDocument/2006/relationships/image" Target="/ppt/media/image2.png" Id="R6a471f70a9ce4229" /><Relationship Type="http://schemas.openxmlformats.org/officeDocument/2006/relationships/notesSlide" Target="/ppt/notesSlides/notesSlide5.xml" Id="Rd71b2324b6b345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5af7a1f1d4718" /><Relationship Type="http://schemas.openxmlformats.org/officeDocument/2006/relationships/notesSlide" Target="/ppt/notesSlides/notesSlide6.xml" Id="R0d46f4b4c5804f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022b253b7482a" /><Relationship Type="http://schemas.openxmlformats.org/officeDocument/2006/relationships/image" Target="/ppt/media/image3.png" Id="R05c9e2a3324e4304" /><Relationship Type="http://schemas.openxmlformats.org/officeDocument/2006/relationships/notesSlide" Target="/ppt/notesSlides/notesSlide7.xml" Id="Rac8fd1f64f0147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e11c0b1b04aa2" /><Relationship Type="http://schemas.openxmlformats.org/officeDocument/2006/relationships/image" Target="/ppt/media/image4.png" Id="R2abfe74f6ebe4fa7" /><Relationship Type="http://schemas.openxmlformats.org/officeDocument/2006/relationships/notesSlide" Target="/ppt/notesSlides/notesSlide8.xml" Id="R8274cde300034f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da50aae384fd2" /><Relationship Type="http://schemas.openxmlformats.org/officeDocument/2006/relationships/image" Target="/ppt/media/image5.png" Id="Rb2ed608f2a6e42ec" /><Relationship Type="http://schemas.openxmlformats.org/officeDocument/2006/relationships/notesSlide" Target="/ppt/notesSlides/notesSlide9.xml" Id="Ra7a293eade404b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db90e913b420f" /><Relationship Type="http://schemas.openxmlformats.org/officeDocument/2006/relationships/image" Target="/ppt/media/image6.png" Id="R37b12248629d458c" /><Relationship Type="http://schemas.openxmlformats.org/officeDocument/2006/relationships/notesSlide" Target="/ppt/notesSlides/notesSlide10.xml" Id="R6a99d0b5c3f24e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88a758c7e4ae1" /><Relationship Type="http://schemas.openxmlformats.org/officeDocument/2006/relationships/notesSlide" Target="/ppt/notesSlides/notesSlide11.xml" Id="Rc6a84accdafa49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83f692ff0400c" /><Relationship Type="http://schemas.openxmlformats.org/officeDocument/2006/relationships/notesSlide" Target="/ppt/notesSlides/notesSlide12.xml" Id="R468be5ec5d3a42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d4309823f4647" /><Relationship Type="http://schemas.openxmlformats.org/officeDocument/2006/relationships/notesSlide" Target="/ppt/notesSlides/notesSlide13.xml" Id="R502b294fcad84a8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c10635fdb4e9a" /><Relationship Type="http://schemas.openxmlformats.org/officeDocument/2006/relationships/image" Target="/ppt/media/image7.png" Id="Rc8a5ebf15da6464a" /><Relationship Type="http://schemas.openxmlformats.org/officeDocument/2006/relationships/notesSlide" Target="/ppt/notesSlides/notesSlide14.xml" Id="R0c013e7e4f5c4e4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90c3f302f4b45" /><Relationship Type="http://schemas.openxmlformats.org/officeDocument/2006/relationships/image" Target="/ppt/media/image8.png" Id="R5becb61b1c9b4637" /><Relationship Type="http://schemas.openxmlformats.org/officeDocument/2006/relationships/notesSlide" Target="/ppt/notesSlides/notesSlide15.xml" Id="R7d4d9bb766b3469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82137ae3b4b0d" /><Relationship Type="http://schemas.openxmlformats.org/officeDocument/2006/relationships/image" Target="/ppt/media/image9.png" Id="R148ed4ad98c5485e" /><Relationship Type="http://schemas.openxmlformats.org/officeDocument/2006/relationships/notesSlide" Target="/ppt/notesSlides/notesSlide16.xml" Id="Rfe603b0b2d6f41b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6488df3c9402b" /><Relationship Type="http://schemas.openxmlformats.org/officeDocument/2006/relationships/notesSlide" Target="/ppt/notesSlides/notesSlide17.xml" Id="R1bcc47c24fff44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af22748c441bb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71f70a9ce4229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9e2a3324e4304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bfe74f6ebe4fa7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d608f2a6e42ec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12248629d458c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5ebf15da6464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cb61b1c9b4637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ed4ad98c5485e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2026-08-25T19:39:57.4360000Z</dcterms:created>
  <dcterms:modified xsi:type="dcterms:W3CDTF">2026-08-25T19:39:57.4360000Z</dcterms:modified>
</coreProperties>
</file>