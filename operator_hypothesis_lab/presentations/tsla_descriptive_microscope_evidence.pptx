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819650f77347c3" /><Relationship Type="http://schemas.openxmlformats.org/officeDocument/2006/relationships/extended-properties" Target="/docProps/app.xml" Id="R03f1400e24274eeb" /><Relationship Type="http://schemas.openxmlformats.org/officeDocument/2006/relationships/officeDocument" Target="/ppt/presentation.xml" Id="R046b8baf5dc54e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f2292e17c64a45"/>
  </p:sldMasterIdLst>
  <p:notesMasterIdLst>
    <p:notesMasterId xmlns:r="http://schemas.openxmlformats.org/officeDocument/2006/relationships" r:id="Rdf2a3d144fff474b"/>
  </p:notesMasterIdLst>
  <p:sldIdLst>
    <p:sldId xmlns:r="http://schemas.openxmlformats.org/officeDocument/2006/relationships" id="256" r:id="R52ca96546a314d22"/>
    <p:sldId xmlns:r="http://schemas.openxmlformats.org/officeDocument/2006/relationships" id="257" r:id="R3ca50734b1a04ff4"/>
    <p:sldId xmlns:r="http://schemas.openxmlformats.org/officeDocument/2006/relationships" id="258" r:id="R2de8a839f00c402c"/>
    <p:sldId xmlns:r="http://schemas.openxmlformats.org/officeDocument/2006/relationships" id="259" r:id="Ree025516108f4cb4"/>
    <p:sldId xmlns:r="http://schemas.openxmlformats.org/officeDocument/2006/relationships" id="260" r:id="Rc08c48329a1e4b4f"/>
    <p:sldId xmlns:r="http://schemas.openxmlformats.org/officeDocument/2006/relationships" id="261" r:id="R22e3c0493e5f4111"/>
    <p:sldId xmlns:r="http://schemas.openxmlformats.org/officeDocument/2006/relationships" id="262" r:id="Rfeda2f356f5e4a8c"/>
    <p:sldId xmlns:r="http://schemas.openxmlformats.org/officeDocument/2006/relationships" id="263" r:id="R07814232389e492f"/>
    <p:sldId xmlns:r="http://schemas.openxmlformats.org/officeDocument/2006/relationships" id="264" r:id="Re1f90a1d42f14388"/>
    <p:sldId xmlns:r="http://schemas.openxmlformats.org/officeDocument/2006/relationships" id="265" r:id="R6f4bc142c2b54acd"/>
    <p:sldId xmlns:r="http://schemas.openxmlformats.org/officeDocument/2006/relationships" id="266" r:id="R96acd1cf094743a9"/>
    <p:sldId xmlns:r="http://schemas.openxmlformats.org/officeDocument/2006/relationships" id="267" r:id="R35a2fdd3d42141aa"/>
    <p:sldId xmlns:r="http://schemas.openxmlformats.org/officeDocument/2006/relationships" id="268" r:id="R1832a99f13fb49e1"/>
    <p:sldId xmlns:r="http://schemas.openxmlformats.org/officeDocument/2006/relationships" id="269" r:id="Rc8e2d601b23c4f16"/>
    <p:sldId xmlns:r="http://schemas.openxmlformats.org/officeDocument/2006/relationships" id="270" r:id="Rdb44721b5ac0437f"/>
    <p:sldId xmlns:r="http://schemas.openxmlformats.org/officeDocument/2006/relationships" id="271" r:id="R82e6cbc7a9ea44b3"/>
    <p:sldId xmlns:r="http://schemas.openxmlformats.org/officeDocument/2006/relationships" id="272" r:id="Rc7880bd8ca6949a0"/>
    <p:sldId xmlns:r="http://schemas.openxmlformats.org/officeDocument/2006/relationships" id="273" r:id="R157c819c1f554456"/>
    <p:sldId xmlns:r="http://schemas.openxmlformats.org/officeDocument/2006/relationships" id="274" r:id="R10920a5e4d9e478e"/>
    <p:sldId xmlns:r="http://schemas.openxmlformats.org/officeDocument/2006/relationships" id="275" r:id="R1a0c7c3bf3254e39"/>
    <p:sldId xmlns:r="http://schemas.openxmlformats.org/officeDocument/2006/relationships" id="276" r:id="Ra10e641215584660"/>
    <p:sldId xmlns:r="http://schemas.openxmlformats.org/officeDocument/2006/relationships" id="277" r:id="Reb03937dc12b44c2"/>
    <p:sldId xmlns:r="http://schemas.openxmlformats.org/officeDocument/2006/relationships" id="278" r:id="R932b5cc7fee54081"/>
    <p:sldId xmlns:r="http://schemas.openxmlformats.org/officeDocument/2006/relationships" id="279" r:id="R121f64a0a9bd4db9"/>
    <p:sldId xmlns:r="http://schemas.openxmlformats.org/officeDocument/2006/relationships" id="280" r:id="Rea9ad2166e4248b6"/>
    <p:sldId xmlns:r="http://schemas.openxmlformats.org/officeDocument/2006/relationships" id="281" r:id="Rdecd3de9437a4d7c"/>
    <p:sldId xmlns:r="http://schemas.openxmlformats.org/officeDocument/2006/relationships" id="282" r:id="Rd0ebcde3b3e94e26"/>
    <p:sldId xmlns:r="http://schemas.openxmlformats.org/officeDocument/2006/relationships" id="283" r:id="R126c94dfef844e46"/>
    <p:sldId xmlns:r="http://schemas.openxmlformats.org/officeDocument/2006/relationships" id="284" r:id="Rc253783dc61b4275"/>
    <p:sldId xmlns:r="http://schemas.openxmlformats.org/officeDocument/2006/relationships" id="285" r:id="R1ba8a52c9a884bad"/>
    <p:sldId xmlns:r="http://schemas.openxmlformats.org/officeDocument/2006/relationships" id="286" r:id="R6d80149be2824886"/>
    <p:sldId xmlns:r="http://schemas.openxmlformats.org/officeDocument/2006/relationships" id="287" r:id="Ra45642a6c9bc43cf"/>
    <p:sldId xmlns:r="http://schemas.openxmlformats.org/officeDocument/2006/relationships" id="288" r:id="Rd2910cc018e74d3c"/>
    <p:sldId xmlns:r="http://schemas.openxmlformats.org/officeDocument/2006/relationships" id="289" r:id="Ra24e6a4a0e4e47d0"/>
    <p:sldId xmlns:r="http://schemas.openxmlformats.org/officeDocument/2006/relationships" id="290" r:id="Rb22d869e4fd54398"/>
    <p:sldId xmlns:r="http://schemas.openxmlformats.org/officeDocument/2006/relationships" id="291" r:id="R1b7248d2ea3d4c1c"/>
    <p:sldId xmlns:r="http://schemas.openxmlformats.org/officeDocument/2006/relationships" id="292" r:id="R156538a5790e4f3b"/>
    <p:sldId xmlns:r="http://schemas.openxmlformats.org/officeDocument/2006/relationships" id="293" r:id="Rf9455618109249c0"/>
    <p:sldId xmlns:r="http://schemas.openxmlformats.org/officeDocument/2006/relationships" id="294" r:id="Rcd0515be5e934718"/>
    <p:sldId xmlns:r="http://schemas.openxmlformats.org/officeDocument/2006/relationships" id="295" r:id="R2985fda13c434cec"/>
    <p:sldId xmlns:r="http://schemas.openxmlformats.org/officeDocument/2006/relationships" id="296" r:id="R2c1f2c4a5c9549dc"/>
    <p:sldId xmlns:r="http://schemas.openxmlformats.org/officeDocument/2006/relationships" id="297" r:id="Rce1c99afcd884622"/>
    <p:sldId xmlns:r="http://schemas.openxmlformats.org/officeDocument/2006/relationships" id="298" r:id="Rd6af7dc3b9694789"/>
    <p:sldId xmlns:r="http://schemas.openxmlformats.org/officeDocument/2006/relationships" id="299" r:id="R950ce6f6b85448e3"/>
    <p:sldId xmlns:r="http://schemas.openxmlformats.org/officeDocument/2006/relationships" id="300" r:id="Ra0659cd9d7f3469c"/>
    <p:sldId xmlns:r="http://schemas.openxmlformats.org/officeDocument/2006/relationships" id="301" r:id="Rca2fc7b53c854daf"/>
    <p:sldId xmlns:r="http://schemas.openxmlformats.org/officeDocument/2006/relationships" id="302" r:id="Rf941492054f84f47"/>
    <p:sldId xmlns:r="http://schemas.openxmlformats.org/officeDocument/2006/relationships" id="303" r:id="Rde191cc8b8074ffc"/>
    <p:sldId xmlns:r="http://schemas.openxmlformats.org/officeDocument/2006/relationships" id="304" r:id="Rd807a629693b4995"/>
    <p:sldId xmlns:r="http://schemas.openxmlformats.org/officeDocument/2006/relationships" id="305" r:id="Rf5248e7b01d24c52"/>
    <p:sldId xmlns:r="http://schemas.openxmlformats.org/officeDocument/2006/relationships" id="306" r:id="R232ef70bb7f34eef"/>
    <p:sldId xmlns:r="http://schemas.openxmlformats.org/officeDocument/2006/relationships" id="307" r:id="R8ee33d4be2164644"/>
    <p:sldId xmlns:r="http://schemas.openxmlformats.org/officeDocument/2006/relationships" id="308" r:id="R3bf71c454e2a424f"/>
    <p:sldId xmlns:r="http://schemas.openxmlformats.org/officeDocument/2006/relationships" id="309" r:id="R4b7ed922651540e8"/>
    <p:sldId xmlns:r="http://schemas.openxmlformats.org/officeDocument/2006/relationships" id="310" r:id="Re191f2fe18ce4207"/>
    <p:sldId xmlns:r="http://schemas.openxmlformats.org/officeDocument/2006/relationships" id="311" r:id="R8b2fb346338f4a5d"/>
    <p:sldId xmlns:r="http://schemas.openxmlformats.org/officeDocument/2006/relationships" id="312" r:id="Re9c88c175d574704"/>
    <p:sldId xmlns:r="http://schemas.openxmlformats.org/officeDocument/2006/relationships" id="313" r:id="Rcbe18ce2bcad43f9"/>
    <p:sldId xmlns:r="http://schemas.openxmlformats.org/officeDocument/2006/relationships" id="314" r:id="R01d53015c9194ae1"/>
    <p:sldId xmlns:r="http://schemas.openxmlformats.org/officeDocument/2006/relationships" id="315" r:id="Ra7920a90cb784552"/>
    <p:sldId xmlns:r="http://schemas.openxmlformats.org/officeDocument/2006/relationships" id="316" r:id="R5fdf89e0c2874d78"/>
    <p:sldId xmlns:r="http://schemas.openxmlformats.org/officeDocument/2006/relationships" id="317" r:id="R1650e2fc4bc14d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58d75bafab48aa" /><Relationship Type="http://schemas.openxmlformats.org/officeDocument/2006/relationships/slideMaster" Target="/ppt/slideMasters/slideMaster1.xml" Id="Rbcf2292e17c64a45" /><Relationship Type="http://schemas.openxmlformats.org/officeDocument/2006/relationships/notesMaster" Target="/ppt/notesMasters/notesMaster1.xml" Id="Rdf2a3d144fff474b" /><Relationship Type="http://schemas.openxmlformats.org/officeDocument/2006/relationships/presProps" Target="/ppt/presProps.xml" Id="R5df48fb193964b24" /><Relationship Type="http://schemas.openxmlformats.org/officeDocument/2006/relationships/tableStyles" Target="/ppt/tableStyles.xml" Id="R10720d1a3e2e417f" /><Relationship Type="http://schemas.openxmlformats.org/officeDocument/2006/relationships/slide" Target="/ppt/slides/slide1.xml" Id="R52ca96546a314d22" /><Relationship Type="http://schemas.openxmlformats.org/officeDocument/2006/relationships/slide" Target="/ppt/slides/slide2.xml" Id="R3ca50734b1a04ff4" /><Relationship Type="http://schemas.openxmlformats.org/officeDocument/2006/relationships/slide" Target="/ppt/slides/slide3.xml" Id="R2de8a839f00c402c" /><Relationship Type="http://schemas.openxmlformats.org/officeDocument/2006/relationships/slide" Target="/ppt/slides/slide4.xml" Id="Ree025516108f4cb4" /><Relationship Type="http://schemas.openxmlformats.org/officeDocument/2006/relationships/slide" Target="/ppt/slides/slide5.xml" Id="Rc08c48329a1e4b4f" /><Relationship Type="http://schemas.openxmlformats.org/officeDocument/2006/relationships/slide" Target="/ppt/slides/slide6.xml" Id="R22e3c0493e5f4111" /><Relationship Type="http://schemas.openxmlformats.org/officeDocument/2006/relationships/slide" Target="/ppt/slides/slide7.xml" Id="Rfeda2f356f5e4a8c" /><Relationship Type="http://schemas.openxmlformats.org/officeDocument/2006/relationships/slide" Target="/ppt/slides/slide8.xml" Id="R07814232389e492f" /><Relationship Type="http://schemas.openxmlformats.org/officeDocument/2006/relationships/slide" Target="/ppt/slides/slide9.xml" Id="Re1f90a1d42f14388" /><Relationship Type="http://schemas.openxmlformats.org/officeDocument/2006/relationships/slide" Target="/ppt/slides/slide10.xml" Id="R6f4bc142c2b54acd" /><Relationship Type="http://schemas.openxmlformats.org/officeDocument/2006/relationships/slide" Target="/ppt/slides/slide11.xml" Id="R96acd1cf094743a9" /><Relationship Type="http://schemas.openxmlformats.org/officeDocument/2006/relationships/slide" Target="/ppt/slides/slide12.xml" Id="R35a2fdd3d42141aa" /><Relationship Type="http://schemas.openxmlformats.org/officeDocument/2006/relationships/slide" Target="/ppt/slides/slide13.xml" Id="R1832a99f13fb49e1" /><Relationship Type="http://schemas.openxmlformats.org/officeDocument/2006/relationships/slide" Target="/ppt/slides/slide14.xml" Id="Rc8e2d601b23c4f16" /><Relationship Type="http://schemas.openxmlformats.org/officeDocument/2006/relationships/slide" Target="/ppt/slides/slide15.xml" Id="Rdb44721b5ac0437f" /><Relationship Type="http://schemas.openxmlformats.org/officeDocument/2006/relationships/slide" Target="/ppt/slides/slide16.xml" Id="R82e6cbc7a9ea44b3" /><Relationship Type="http://schemas.openxmlformats.org/officeDocument/2006/relationships/slide" Target="/ppt/slides/slide17.xml" Id="Rc7880bd8ca6949a0" /><Relationship Type="http://schemas.openxmlformats.org/officeDocument/2006/relationships/slide" Target="/ppt/slides/slide18.xml" Id="R157c819c1f554456" /><Relationship Type="http://schemas.openxmlformats.org/officeDocument/2006/relationships/slide" Target="/ppt/slides/slide19.xml" Id="R10920a5e4d9e478e" /><Relationship Type="http://schemas.openxmlformats.org/officeDocument/2006/relationships/slide" Target="/ppt/slides/slide20.xml" Id="R1a0c7c3bf3254e39" /><Relationship Type="http://schemas.openxmlformats.org/officeDocument/2006/relationships/slide" Target="/ppt/slides/slide21.xml" Id="Ra10e641215584660" /><Relationship Type="http://schemas.openxmlformats.org/officeDocument/2006/relationships/slide" Target="/ppt/slides/slide22.xml" Id="Reb03937dc12b44c2" /><Relationship Type="http://schemas.openxmlformats.org/officeDocument/2006/relationships/slide" Target="/ppt/slides/slide23.xml" Id="R932b5cc7fee54081" /><Relationship Type="http://schemas.openxmlformats.org/officeDocument/2006/relationships/slide" Target="/ppt/slides/slide24.xml" Id="R121f64a0a9bd4db9" /><Relationship Type="http://schemas.openxmlformats.org/officeDocument/2006/relationships/slide" Target="/ppt/slides/slide25.xml" Id="Rea9ad2166e4248b6" /><Relationship Type="http://schemas.openxmlformats.org/officeDocument/2006/relationships/slide" Target="/ppt/slides/slide26.xml" Id="Rdecd3de9437a4d7c" /><Relationship Type="http://schemas.openxmlformats.org/officeDocument/2006/relationships/slide" Target="/ppt/slides/slide27.xml" Id="Rd0ebcde3b3e94e26" /><Relationship Type="http://schemas.openxmlformats.org/officeDocument/2006/relationships/slide" Target="/ppt/slides/slide28.xml" Id="R126c94dfef844e46" /><Relationship Type="http://schemas.openxmlformats.org/officeDocument/2006/relationships/slide" Target="/ppt/slides/slide29.xml" Id="Rc253783dc61b4275" /><Relationship Type="http://schemas.openxmlformats.org/officeDocument/2006/relationships/slide" Target="/ppt/slides/slide30.xml" Id="R1ba8a52c9a884bad" /><Relationship Type="http://schemas.openxmlformats.org/officeDocument/2006/relationships/slide" Target="/ppt/slides/slide31.xml" Id="R6d80149be2824886" /><Relationship Type="http://schemas.openxmlformats.org/officeDocument/2006/relationships/slide" Target="/ppt/slides/slide32.xml" Id="Ra45642a6c9bc43cf" /><Relationship Type="http://schemas.openxmlformats.org/officeDocument/2006/relationships/slide" Target="/ppt/slides/slide33.xml" Id="Rd2910cc018e74d3c" /><Relationship Type="http://schemas.openxmlformats.org/officeDocument/2006/relationships/slide" Target="/ppt/slides/slide34.xml" Id="Ra24e6a4a0e4e47d0" /><Relationship Type="http://schemas.openxmlformats.org/officeDocument/2006/relationships/slide" Target="/ppt/slides/slide35.xml" Id="Rb22d869e4fd54398" /><Relationship Type="http://schemas.openxmlformats.org/officeDocument/2006/relationships/slide" Target="/ppt/slides/slide36.xml" Id="R1b7248d2ea3d4c1c" /><Relationship Type="http://schemas.openxmlformats.org/officeDocument/2006/relationships/slide" Target="/ppt/slides/slide37.xml" Id="R156538a5790e4f3b" /><Relationship Type="http://schemas.openxmlformats.org/officeDocument/2006/relationships/slide" Target="/ppt/slides/slide38.xml" Id="Rf9455618109249c0" /><Relationship Type="http://schemas.openxmlformats.org/officeDocument/2006/relationships/slide" Target="/ppt/slides/slide39.xml" Id="Rcd0515be5e934718" /><Relationship Type="http://schemas.openxmlformats.org/officeDocument/2006/relationships/slide" Target="/ppt/slides/slide40.xml" Id="R2985fda13c434cec" /><Relationship Type="http://schemas.openxmlformats.org/officeDocument/2006/relationships/slide" Target="/ppt/slides/slide41.xml" Id="R2c1f2c4a5c9549dc" /><Relationship Type="http://schemas.openxmlformats.org/officeDocument/2006/relationships/slide" Target="/ppt/slides/slide42.xml" Id="Rce1c99afcd884622" /><Relationship Type="http://schemas.openxmlformats.org/officeDocument/2006/relationships/slide" Target="/ppt/slides/slide43.xml" Id="Rd6af7dc3b9694789" /><Relationship Type="http://schemas.openxmlformats.org/officeDocument/2006/relationships/slide" Target="/ppt/slides/slide44.xml" Id="R950ce6f6b85448e3" /><Relationship Type="http://schemas.openxmlformats.org/officeDocument/2006/relationships/slide" Target="/ppt/slides/slide45.xml" Id="Ra0659cd9d7f3469c" /><Relationship Type="http://schemas.openxmlformats.org/officeDocument/2006/relationships/slide" Target="/ppt/slides/slide46.xml" Id="Rca2fc7b53c854daf" /><Relationship Type="http://schemas.openxmlformats.org/officeDocument/2006/relationships/slide" Target="/ppt/slides/slide47.xml" Id="Rf941492054f84f47" /><Relationship Type="http://schemas.openxmlformats.org/officeDocument/2006/relationships/slide" Target="/ppt/slides/slide48.xml" Id="Rde191cc8b8074ffc" /><Relationship Type="http://schemas.openxmlformats.org/officeDocument/2006/relationships/slide" Target="/ppt/slides/slide49.xml" Id="Rd807a629693b4995" /><Relationship Type="http://schemas.openxmlformats.org/officeDocument/2006/relationships/slide" Target="/ppt/slides/slide50.xml" Id="Rf5248e7b01d24c52" /><Relationship Type="http://schemas.openxmlformats.org/officeDocument/2006/relationships/slide" Target="/ppt/slides/slide51.xml" Id="R232ef70bb7f34eef" /><Relationship Type="http://schemas.openxmlformats.org/officeDocument/2006/relationships/slide" Target="/ppt/slides/slide52.xml" Id="R8ee33d4be2164644" /><Relationship Type="http://schemas.openxmlformats.org/officeDocument/2006/relationships/slide" Target="/ppt/slides/slide53.xml" Id="R3bf71c454e2a424f" /><Relationship Type="http://schemas.openxmlformats.org/officeDocument/2006/relationships/slide" Target="/ppt/slides/slide54.xml" Id="R4b7ed922651540e8" /><Relationship Type="http://schemas.openxmlformats.org/officeDocument/2006/relationships/slide" Target="/ppt/slides/slide55.xml" Id="Re191f2fe18ce4207" /><Relationship Type="http://schemas.openxmlformats.org/officeDocument/2006/relationships/slide" Target="/ppt/slides/slide56.xml" Id="R8b2fb346338f4a5d" /><Relationship Type="http://schemas.openxmlformats.org/officeDocument/2006/relationships/slide" Target="/ppt/slides/slide57.xml" Id="Re9c88c175d574704" /><Relationship Type="http://schemas.openxmlformats.org/officeDocument/2006/relationships/slide" Target="/ppt/slides/slide58.xml" Id="Rcbe18ce2bcad43f9" /><Relationship Type="http://schemas.openxmlformats.org/officeDocument/2006/relationships/slide" Target="/ppt/slides/slide59.xml" Id="R01d53015c9194ae1" /><Relationship Type="http://schemas.openxmlformats.org/officeDocument/2006/relationships/slide" Target="/ppt/slides/slide60.xml" Id="Ra7920a90cb784552" /><Relationship Type="http://schemas.openxmlformats.org/officeDocument/2006/relationships/slide" Target="/ppt/slides/slide61.xml" Id="R5fdf89e0c2874d78" /><Relationship Type="http://schemas.openxmlformats.org/officeDocument/2006/relationships/slide" Target="/ppt/slides/slide62.xml" Id="R1650e2fc4bc14d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3df80d997541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da02b4332b41c4" /><Relationship Type="http://schemas.openxmlformats.org/officeDocument/2006/relationships/notesMaster" Target="/ppt/notesMasters/notesMaster1.xml" Id="R815d7e6782d14f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0d2c3bc8664277" /><Relationship Type="http://schemas.openxmlformats.org/officeDocument/2006/relationships/notesMaster" Target="/ppt/notesMasters/notesMaster1.xml" Id="Rdadaedb0f95e4c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348277530d4d38" /><Relationship Type="http://schemas.openxmlformats.org/officeDocument/2006/relationships/notesMaster" Target="/ppt/notesMasters/notesMaster1.xml" Id="R411d443c55e94b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a73928e350406a" /><Relationship Type="http://schemas.openxmlformats.org/officeDocument/2006/relationships/notesMaster" Target="/ppt/notesMasters/notesMaster1.xml" Id="R94ca2a82201542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e32e6febab495b" /><Relationship Type="http://schemas.openxmlformats.org/officeDocument/2006/relationships/notesMaster" Target="/ppt/notesMasters/notesMaster1.xml" Id="Rc6de17fbecee48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6da5640e0046b0" /><Relationship Type="http://schemas.openxmlformats.org/officeDocument/2006/relationships/notesMaster" Target="/ppt/notesMasters/notesMaster1.xml" Id="R256ed6ad295c49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9948c79bdf4c22" /><Relationship Type="http://schemas.openxmlformats.org/officeDocument/2006/relationships/notesMaster" Target="/ppt/notesMasters/notesMaster1.xml" Id="R2177b223e7fe41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9c86009b874125" /><Relationship Type="http://schemas.openxmlformats.org/officeDocument/2006/relationships/notesMaster" Target="/ppt/notesMasters/notesMaster1.xml" Id="R024b40a31ab947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ae7940bd0c41b3" /><Relationship Type="http://schemas.openxmlformats.org/officeDocument/2006/relationships/notesMaster" Target="/ppt/notesMasters/notesMaster1.xml" Id="Rd5fb600d08cf4b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9dc754fd85425f" /><Relationship Type="http://schemas.openxmlformats.org/officeDocument/2006/relationships/notesMaster" Target="/ppt/notesMasters/notesMaster1.xml" Id="R794d5f84b06a46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7dd26836164a1f" /><Relationship Type="http://schemas.openxmlformats.org/officeDocument/2006/relationships/notesMaster" Target="/ppt/notesMasters/notesMaster1.xml" Id="R4e83e8375fc54c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24f86254864eec" /><Relationship Type="http://schemas.openxmlformats.org/officeDocument/2006/relationships/notesMaster" Target="/ppt/notesMasters/notesMaster1.xml" Id="R640c4dd0cbff40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d462e247294ef6" /><Relationship Type="http://schemas.openxmlformats.org/officeDocument/2006/relationships/notesMaster" Target="/ppt/notesMasters/notesMaster1.xml" Id="R99cd8360f6e346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7c6cf27775472e" /><Relationship Type="http://schemas.openxmlformats.org/officeDocument/2006/relationships/notesMaster" Target="/ppt/notesMasters/notesMaster1.xml" Id="Rf0e6fa16f7b245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913f96dad84817" /><Relationship Type="http://schemas.openxmlformats.org/officeDocument/2006/relationships/notesMaster" Target="/ppt/notesMasters/notesMaster1.xml" Id="Rc5c1d8683c0443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17e489570b547bc" /><Relationship Type="http://schemas.openxmlformats.org/officeDocument/2006/relationships/notesMaster" Target="/ppt/notesMasters/notesMaster1.xml" Id="Rd7262449f8224f0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b7fb4ba5bae406c" /><Relationship Type="http://schemas.openxmlformats.org/officeDocument/2006/relationships/notesMaster" Target="/ppt/notesMasters/notesMaster1.xml" Id="R820454e16b394a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1ea5cc06b8f443d" /><Relationship Type="http://schemas.openxmlformats.org/officeDocument/2006/relationships/notesMaster" Target="/ppt/notesMasters/notesMaster1.xml" Id="Rf3329528e7b74da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340fbafa6b84541" /><Relationship Type="http://schemas.openxmlformats.org/officeDocument/2006/relationships/notesMaster" Target="/ppt/notesMasters/notesMaster1.xml" Id="R41f1b9426e75415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43b77b83cbd43a3" /><Relationship Type="http://schemas.openxmlformats.org/officeDocument/2006/relationships/notesMaster" Target="/ppt/notesMasters/notesMaster1.xml" Id="R3330859ae5a940b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119b91178214d08" /><Relationship Type="http://schemas.openxmlformats.org/officeDocument/2006/relationships/notesMaster" Target="/ppt/notesMasters/notesMaster1.xml" Id="R91d38a991eb441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c213d5489c74cb3" /><Relationship Type="http://schemas.openxmlformats.org/officeDocument/2006/relationships/notesMaster" Target="/ppt/notesMasters/notesMaster1.xml" Id="R3c311c8ee47840c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64fa16b07e4b08" /><Relationship Type="http://schemas.openxmlformats.org/officeDocument/2006/relationships/notesMaster" Target="/ppt/notesMasters/notesMaster1.xml" Id="R6940f33f03eb4b2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b6cc5abaa54646" /><Relationship Type="http://schemas.openxmlformats.org/officeDocument/2006/relationships/notesMaster" Target="/ppt/notesMasters/notesMaster1.xml" Id="Reca39b57f78945f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52caa5c5c4545b2" /><Relationship Type="http://schemas.openxmlformats.org/officeDocument/2006/relationships/notesMaster" Target="/ppt/notesMasters/notesMaster1.xml" Id="Rf4730c079a43443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a4d2d770654f6b" /><Relationship Type="http://schemas.openxmlformats.org/officeDocument/2006/relationships/notesMaster" Target="/ppt/notesMasters/notesMaster1.xml" Id="R0ddc1ba83ec1487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016fb14b0714153" /><Relationship Type="http://schemas.openxmlformats.org/officeDocument/2006/relationships/notesMaster" Target="/ppt/notesMasters/notesMaster1.xml" Id="R647954b2d4c0472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bd601b66ee14791" /><Relationship Type="http://schemas.openxmlformats.org/officeDocument/2006/relationships/notesMaster" Target="/ppt/notesMasters/notesMaster1.xml" Id="Rc567c4d9d7cd468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51d50baabba423b" /><Relationship Type="http://schemas.openxmlformats.org/officeDocument/2006/relationships/notesMaster" Target="/ppt/notesMasters/notesMaster1.xml" Id="R8fcc944ceb204ab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2eb408697574825" /><Relationship Type="http://schemas.openxmlformats.org/officeDocument/2006/relationships/notesMaster" Target="/ppt/notesMasters/notesMaster1.xml" Id="R84bce6caaec74e4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8130577488c47b6" /><Relationship Type="http://schemas.openxmlformats.org/officeDocument/2006/relationships/notesMaster" Target="/ppt/notesMasters/notesMaster1.xml" Id="R497c70c541f54f1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6d154d901534add" /><Relationship Type="http://schemas.openxmlformats.org/officeDocument/2006/relationships/notesMaster" Target="/ppt/notesMasters/notesMaster1.xml" Id="R96cf50f5a617437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8b8d3ccbc594ace" /><Relationship Type="http://schemas.openxmlformats.org/officeDocument/2006/relationships/notesMaster" Target="/ppt/notesMasters/notesMaster1.xml" Id="R274ea4355b964b4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d7bf7bb5dcf49d9" /><Relationship Type="http://schemas.openxmlformats.org/officeDocument/2006/relationships/notesMaster" Target="/ppt/notesMasters/notesMaster1.xml" Id="R5cd83153626d484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433bd9b1c6e4238" /><Relationship Type="http://schemas.openxmlformats.org/officeDocument/2006/relationships/notesMaster" Target="/ppt/notesMasters/notesMaster1.xml" Id="Rf6b72f8e49704ef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92dcda6986e46bd" /><Relationship Type="http://schemas.openxmlformats.org/officeDocument/2006/relationships/notesMaster" Target="/ppt/notesMasters/notesMaster1.xml" Id="R6e0a1b2a14fb4ff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7dbb849a14d41e2" /><Relationship Type="http://schemas.openxmlformats.org/officeDocument/2006/relationships/notesMaster" Target="/ppt/notesMasters/notesMaster1.xml" Id="R589ab29e2933446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11317af55e345d6" /><Relationship Type="http://schemas.openxmlformats.org/officeDocument/2006/relationships/notesMaster" Target="/ppt/notesMasters/notesMaster1.xml" Id="Rb8c7ec9138ae4a3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cd9a1bda7c34eba" /><Relationship Type="http://schemas.openxmlformats.org/officeDocument/2006/relationships/notesMaster" Target="/ppt/notesMasters/notesMaster1.xml" Id="Rc86141645830471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edcf82496c449f" /><Relationship Type="http://schemas.openxmlformats.org/officeDocument/2006/relationships/notesMaster" Target="/ppt/notesMasters/notesMaster1.xml" Id="R9b337fc222324e2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da9cfc9e7f04106" /><Relationship Type="http://schemas.openxmlformats.org/officeDocument/2006/relationships/notesMaster" Target="/ppt/notesMasters/notesMaster1.xml" Id="Rb0089b516132491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59c857e6b5641c5" /><Relationship Type="http://schemas.openxmlformats.org/officeDocument/2006/relationships/notesMaster" Target="/ppt/notesMasters/notesMaster1.xml" Id="Rfee77e89dd474d8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d649c912f2141eb" /><Relationship Type="http://schemas.openxmlformats.org/officeDocument/2006/relationships/notesMaster" Target="/ppt/notesMasters/notesMaster1.xml" Id="R3e183c09dbd64cd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9f045ae9cea4892" /><Relationship Type="http://schemas.openxmlformats.org/officeDocument/2006/relationships/notesMaster" Target="/ppt/notesMasters/notesMaster1.xml" Id="R9009d446431f41f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947a58a66bc4ec2" /><Relationship Type="http://schemas.openxmlformats.org/officeDocument/2006/relationships/notesMaster" Target="/ppt/notesMasters/notesMaster1.xml" Id="Ra739cbb881684a0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322b3df02274957" /><Relationship Type="http://schemas.openxmlformats.org/officeDocument/2006/relationships/notesMaster" Target="/ppt/notesMasters/notesMaster1.xml" Id="R64d0ee16396c4d9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f88bde360ba4cf5" /><Relationship Type="http://schemas.openxmlformats.org/officeDocument/2006/relationships/notesMaster" Target="/ppt/notesMasters/notesMaster1.xml" Id="Re53b6eb3637848a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c10adb38d094699" /><Relationship Type="http://schemas.openxmlformats.org/officeDocument/2006/relationships/notesMaster" Target="/ppt/notesMasters/notesMaster1.xml" Id="R3fd84cad496241c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07edf8d32f9410a" /><Relationship Type="http://schemas.openxmlformats.org/officeDocument/2006/relationships/notesMaster" Target="/ppt/notesMasters/notesMaster1.xml" Id="R65694d7c070a4f0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cada55b034842cb" /><Relationship Type="http://schemas.openxmlformats.org/officeDocument/2006/relationships/notesMaster" Target="/ppt/notesMasters/notesMaster1.xml" Id="R307520b2031c417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09ca2e8a4414c80" /><Relationship Type="http://schemas.openxmlformats.org/officeDocument/2006/relationships/notesMaster" Target="/ppt/notesMasters/notesMaster1.xml" Id="R5a1f08f50629407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143c898401874afb" /><Relationship Type="http://schemas.openxmlformats.org/officeDocument/2006/relationships/notesMaster" Target="/ppt/notesMasters/notesMaster1.xml" Id="R1756d3e44c4b44f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0f17f479d964c0b" /><Relationship Type="http://schemas.openxmlformats.org/officeDocument/2006/relationships/notesMaster" Target="/ppt/notesMasters/notesMaster1.xml" Id="R8f9bf6c9ce1e4ab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3dc77e851803450f" /><Relationship Type="http://schemas.openxmlformats.org/officeDocument/2006/relationships/notesMaster" Target="/ppt/notesMasters/notesMaster1.xml" Id="R8ffff0baad9e449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4bd444bb2c264b60" /><Relationship Type="http://schemas.openxmlformats.org/officeDocument/2006/relationships/notesMaster" Target="/ppt/notesMasters/notesMaster1.xml" Id="Rdb799daf3dcb44a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6a18f851c51b41be" /><Relationship Type="http://schemas.openxmlformats.org/officeDocument/2006/relationships/notesMaster" Target="/ppt/notesMasters/notesMaster1.xml" Id="R5b3fe385ce8947b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66bc88ef5134477" /><Relationship Type="http://schemas.openxmlformats.org/officeDocument/2006/relationships/notesMaster" Target="/ppt/notesMasters/notesMaster1.xml" Id="R006419fe60524d6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5de39ecd1e1424b" /><Relationship Type="http://schemas.openxmlformats.org/officeDocument/2006/relationships/notesMaster" Target="/ppt/notesMasters/notesMaster1.xml" Id="R31edc29b91d5418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826b69b1d814d66" /><Relationship Type="http://schemas.openxmlformats.org/officeDocument/2006/relationships/notesMaster" Target="/ppt/notesMasters/notesMaster1.xml" Id="Rc5c7be1170c648ba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63a1489457d40c6" /><Relationship Type="http://schemas.openxmlformats.org/officeDocument/2006/relationships/notesMaster" Target="/ppt/notesMasters/notesMaster1.xml" Id="Radefedee83704636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ab04181e76546bb" /><Relationship Type="http://schemas.openxmlformats.org/officeDocument/2006/relationships/notesMaster" Target="/ppt/notesMasters/notesMaster1.xml" Id="Rbd1daed864de40ca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039e4a4641e4261" /><Relationship Type="http://schemas.openxmlformats.org/officeDocument/2006/relationships/notesMaster" Target="/ppt/notesMasters/notesMaster1.xml" Id="Rdaf067b76dbe45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  <a:p xmlns:a="http://schemas.openxmlformats.org/drawingml/2006/main">
            <a:r>
              <a:t>Internal Gen5 comparison packet: runs/research_workbench/operator_hypothesis_lab/tsla_atrp_conditioned_return_horizon_grid_20260825/</a:t>
            </a:r>
          </a:p>
          <a:p xmlns:a="http://schemas.openxmlformats.org/drawingml/2006/main">
            <a:r>
              <a:t>Internal Gen5 comparison packet: runs/research_workbench/operator_hypothesis_lab/tsla_spy_atrp_conditioned_return_horizon_grid_20260825/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own-return baseline packet: runs/research_workbench/operator_hypothesis_lab/tsla_cumulative_return_horizon_grid_20260825/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comparison packet: runs/research_workbench/operator_hypothesis_lab/tsla_return_horizon_grid_20260824/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pooling negative and positive prior returns hides a branch-specific relationship with future TSLA return.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scripts/inspect/run_tsla_prior_return_sign_asymmetry.R</a:t>
            </a:r>
          </a:p>
          <a:p xmlns:a="http://schemas.openxmlformats.org/drawingml/2006/main">
            <a:r>
              <a:t>- operator_hypothesis_lab/docs/TSLA_PRIOR_RETURN_SIGN_ASYMMETRY_2018_2023.md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split is descriptive, not a trading signal. Keeping the signed scale preserves the distinction between a rebound slope and sign persistence.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runs/research_workbench/operator_hypothesis_lab/tsla_prior_return_sign_asymmetry_20260825/run_spec.csv</a:t>
            </a:r>
          </a:p>
          <a:p xmlns:a="http://schemas.openxmlformats.org/drawingml/2006/main">
            <a:r>
              <a:t>- runs/research_workbench/operator_hypothesis_lab/tsla_prior_return_sign_asymmetry_20260825/family_checks.csv</a:t>
            </a:r>
          </a:p>
          <a:p xmlns:a="http://schemas.openxmlformats.org/drawingml/2006/main">
            <a:r>
              <a:t>- runs/research_workbench/operator_hypothesis_lab/tsla_prior_return_sign_asymmetry_20260825/report.md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negative branch slopes downward: more severe prior losses are associated with stronger next-session rebound. This is not continuation and not a sign-based win-rate 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runs/research_workbench/operator_hypothesis_lab/tsla_prior_return_sign_asymmetry_20260825/one_by_one_branch_summary.csv</a:t>
            </a:r>
          </a:p>
          <a:p xmlns:a="http://schemas.openxmlformats.org/drawingml/2006/main">
            <a:r>
              <a:t>- runs/research_workbench/operator_hypothesis_lab/tsla_prior_return_sign_asymmetry_20260825/one_by_one_asymmetry_test.csv</a:t>
            </a:r>
          </a:p>
          <a:p xmlns:a="http://schemas.openxmlformats.org/drawingml/2006/main">
            <a:r>
              <a:t>- runs/research_workbench/operator_hypothesis_lab/tsla_prior_return_sign_asymmetry_20260825/visuals/tsla_one_by_one_prior_sign_split_scatter.png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of 81 direct slope-interaction tests pass BH. The 20-session cells are nested and should be read as one descriptive cluster, not three independent discoveries.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runs/research_workbench/operator_hypothesis_lab/tsla_prior_return_sign_asymmetry_20260825/unfiltered_branch_statistics.csv</a:t>
            </a:r>
          </a:p>
          <a:p xmlns:a="http://schemas.openxmlformats.org/drawingml/2006/main">
            <a:r>
              <a:t>- runs/research_workbench/operator_hypothesis_lab/tsla_prior_return_sign_asymmetry_20260825/unfiltered_asymmetry_tests.csv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runs/research_workbench/operator_hypothesis_lab/tsla_prior_return_sign_asymmetry_20260825/visuals/tsla_unfiltered_prior_sign_heatmaps.png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Positive-minus-negative does not subtract two realized returns. It compares the positive-branch slope with the negative-branch slope. In the current survivors, b− &lt; 0 and b+ is near zero, so loss severity contains information only after losses. A future long-only implementation would score loss severity inside X &lt; 0 and act only if the full conditional forecast clears drift, costs, and a safety margin. The intercept matters: slope asymmetry alone does not imply positive expectancy.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scripts/inspect/run_tsla_prior_return_sign_asymmetry.R</a:t>
            </a:r>
          </a:p>
          <a:p xmlns:a="http://schemas.openxmlformats.org/drawingml/2006/main">
            <a:r>
              <a:t>- runs/research_workbench/operator_hypothesis_lab/tsla_prior_return_sign_asymmetry_20260825/unfiltered_branch_statistics.csv</a:t>
            </a:r>
          </a:p>
          <a:p xmlns:a="http://schemas.openxmlformats.org/drawingml/2006/main">
            <a:r>
              <a:t>- runs/research_workbench/operator_hypothesis_lab/tsla_prior_return_sign_asymmetry_20260825/unfiltered_asymmetry_tests.csv</a:t>
            </a:r>
          </a:p>
          <a:p xmlns:a="http://schemas.openxmlformats.org/drawingml/2006/main">
            <a:r>
              <a:t>- operator_hypothesis_lab/docs/TSLA_PRIOR_RETURN_SIGN_ASYMMETRY_2018_2023.md</a:t>
            </a:r>
          </a:p>
          <a:p xmlns:a="http://schemas.openxmlformats.org/drawingml/2006/main">
            <a:r>
              <a:t>- Current Codex task, operator/assistant exchange dated 2026-08-26: ‘Positive minus negative as a kink detector.’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ER20 split produces different-looking surfaces but no multiplicity survivor. ER20 is also not independent of the predictor because both use trailing TSLA prices.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runs/research_workbench/operator_hypothesis_lab/tsla_prior_return_sign_asymmetry_20260825/er20_branch_statistics.csv</a:t>
            </a:r>
          </a:p>
          <a:p xmlns:a="http://schemas.openxmlformats.org/drawingml/2006/main">
            <a:r>
              <a:t>- runs/research_workbench/operator_hypothesis_lab/tsla_prior_return_sign_asymmetry_20260825/er20_asymmetry_tests.csv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runs/research_workbench/operator_hypothesis_lab/tsla_prior_return_sign_asymmetry_20260825/visuals/tsla_er20_prior_sign_heatmaps.png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ATR percent identifies a high-volatility adjacent-session survivor and a low-volatility long-horizon cluster. The long-horizon negative branches are relatively small and need outlier and temporal-stability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runs/research_workbench/operator_hypothesis_lab/tsla_prior_return_sign_asymmetry_20260825/atrp_branch_statistics.csv</a:t>
            </a:r>
          </a:p>
          <a:p xmlns:a="http://schemas.openxmlformats.org/drawingml/2006/main">
            <a:r>
              <a:t>- runs/research_workbench/operator_hypothesis_lab/tsla_prior_return_sign_asymmetry_20260825/atrp_asymmetry_tests.csv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runs/research_workbench/operator_hypothesis_lab/tsla_prior_return_sign_asymmetry_20260825/visuals/tsla_atrp_prior_sign_heatmaps.png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result earns a narrow confirmation step, not strategy construction. Freeze the surviving cells and inspect outlier dependence and temporal stability before reading economic meaning into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runs/research_workbench/operator_hypothesis_lab/tsla_prior_return_sign_asymmetry_20260825/report.md</a:t>
            </a:r>
          </a:p>
          <a:p xmlns:a="http://schemas.openxmlformats.org/drawingml/2006/main">
            <a:r>
              <a:t>- operator_hypothesis_lab/docs/TSLA_PRIOR_RETURN_SIGN_ASYMMETRY_2018_2023.md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6baba3c8c24a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e1e79d19e246e3" /><Relationship Type="http://schemas.openxmlformats.org/officeDocument/2006/relationships/slideLayout" Target="/ppt/slideLayouts/slideLayout1.xml" Id="R9e759f74a9b34e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759f74a9b34e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4d6405622497f" /><Relationship Type="http://schemas.openxmlformats.org/officeDocument/2006/relationships/notesSlide" Target="/ppt/notesSlides/notesSlide1.xml" Id="R15835487fa7a42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35f16375a4ca7" /><Relationship Type="http://schemas.openxmlformats.org/officeDocument/2006/relationships/notesSlide" Target="/ppt/notesSlides/notesSlide2.xml" Id="R11cbe20eca294f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19fc6dde54a8d" /><Relationship Type="http://schemas.openxmlformats.org/officeDocument/2006/relationships/notesSlide" Target="/ppt/notesSlides/notesSlide3.xml" Id="R770b6c8f7c2541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0fdaf55784ac0" /><Relationship Type="http://schemas.openxmlformats.org/officeDocument/2006/relationships/image" Target="/ppt/media/image.png" Id="R59628c078e9a4f10" /><Relationship Type="http://schemas.openxmlformats.org/officeDocument/2006/relationships/notesSlide" Target="/ppt/notesSlides/notesSlide4.xml" Id="R52eb405a5ee045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8b585d39a4d11" /><Relationship Type="http://schemas.openxmlformats.org/officeDocument/2006/relationships/image" Target="/ppt/media/image2.png" Id="Ra485a77ef39949f2" /><Relationship Type="http://schemas.openxmlformats.org/officeDocument/2006/relationships/notesSlide" Target="/ppt/notesSlides/notesSlide5.xml" Id="R64d02c315a2b4a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70fd3ce444d70" /><Relationship Type="http://schemas.openxmlformats.org/officeDocument/2006/relationships/notesSlide" Target="/ppt/notesSlides/notesSlide6.xml" Id="R526928ca33d149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9747809f9442e" /><Relationship Type="http://schemas.openxmlformats.org/officeDocument/2006/relationships/image" Target="/ppt/media/image3.png" Id="R0ae6172622084247" /><Relationship Type="http://schemas.openxmlformats.org/officeDocument/2006/relationships/notesSlide" Target="/ppt/notesSlides/notesSlide7.xml" Id="R3e9d8abea9b04e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4eb9f95b848f6" /><Relationship Type="http://schemas.openxmlformats.org/officeDocument/2006/relationships/image" Target="/ppt/media/image4.png" Id="R7e8559bd58ed48a1" /><Relationship Type="http://schemas.openxmlformats.org/officeDocument/2006/relationships/notesSlide" Target="/ppt/notesSlides/notesSlide8.xml" Id="R6994a05ac6ac4c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ae259a77947d2" /><Relationship Type="http://schemas.openxmlformats.org/officeDocument/2006/relationships/image" Target="/ppt/media/image5.png" Id="R38538cc829c94cfd" /><Relationship Type="http://schemas.openxmlformats.org/officeDocument/2006/relationships/notesSlide" Target="/ppt/notesSlides/notesSlide9.xml" Id="R3a684d9c394d42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ebeaa7537411e" /><Relationship Type="http://schemas.openxmlformats.org/officeDocument/2006/relationships/image" Target="/ppt/media/image6.png" Id="Rbb82b3822715403b" /><Relationship Type="http://schemas.openxmlformats.org/officeDocument/2006/relationships/notesSlide" Target="/ppt/notesSlides/notesSlide10.xml" Id="R6cb37e03196343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84838e5f84326" /><Relationship Type="http://schemas.openxmlformats.org/officeDocument/2006/relationships/notesSlide" Target="/ppt/notesSlides/notesSlide11.xml" Id="R1d9b7fc876de43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bc51127fc4f9e" /><Relationship Type="http://schemas.openxmlformats.org/officeDocument/2006/relationships/notesSlide" Target="/ppt/notesSlides/notesSlide12.xml" Id="R773399d853534ed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439f0351a46e3" /><Relationship Type="http://schemas.openxmlformats.org/officeDocument/2006/relationships/notesSlide" Target="/ppt/notesSlides/notesSlide13.xml" Id="Ra5dc1081d53d4b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f3fc9f0814d14" /><Relationship Type="http://schemas.openxmlformats.org/officeDocument/2006/relationships/image" Target="/ppt/media/image7.png" Id="Rba7dbb28fbc34d0f" /><Relationship Type="http://schemas.openxmlformats.org/officeDocument/2006/relationships/notesSlide" Target="/ppt/notesSlides/notesSlide14.xml" Id="R0393d075ce8f4e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12e409e304316" /><Relationship Type="http://schemas.openxmlformats.org/officeDocument/2006/relationships/image" Target="/ppt/media/image8.png" Id="Rf0e71f582cb3439a" /><Relationship Type="http://schemas.openxmlformats.org/officeDocument/2006/relationships/notesSlide" Target="/ppt/notesSlides/notesSlide15.xml" Id="R288f2bd0f4b24c9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9835b07ab47d4" /><Relationship Type="http://schemas.openxmlformats.org/officeDocument/2006/relationships/image" Target="/ppt/media/image9.png" Id="R9103c8da6e5e486f" /><Relationship Type="http://schemas.openxmlformats.org/officeDocument/2006/relationships/notesSlide" Target="/ppt/notesSlides/notesSlide16.xml" Id="Reffda8c9d5564c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33caf3b554822" /><Relationship Type="http://schemas.openxmlformats.org/officeDocument/2006/relationships/notesSlide" Target="/ppt/notesSlides/notesSlide17.xml" Id="Rdd004a7764d04e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d6e48bdbc474b" /><Relationship Type="http://schemas.openxmlformats.org/officeDocument/2006/relationships/notesSlide" Target="/ppt/notesSlides/notesSlide18.xml" Id="R98cb549c378f474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66c8e89d84c4c" /><Relationship Type="http://schemas.openxmlformats.org/officeDocument/2006/relationships/notesSlide" Target="/ppt/notesSlides/notesSlide19.xml" Id="R48b15f68d80646f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437d5cd154441" /><Relationship Type="http://schemas.openxmlformats.org/officeDocument/2006/relationships/image" Target="/ppt/media/image10.png" Id="R4bace9d12c004797" /><Relationship Type="http://schemas.openxmlformats.org/officeDocument/2006/relationships/notesSlide" Target="/ppt/notesSlides/notesSlide20.xml" Id="R2a6d47837b16482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9046ec2904afb" /><Relationship Type="http://schemas.openxmlformats.org/officeDocument/2006/relationships/image" Target="/ppt/media/image11.png" Id="R1bce595b522a443b" /><Relationship Type="http://schemas.openxmlformats.org/officeDocument/2006/relationships/notesSlide" Target="/ppt/notesSlides/notesSlide21.xml" Id="R597db1a2a21f404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2462302db4b4e" /><Relationship Type="http://schemas.openxmlformats.org/officeDocument/2006/relationships/image" Target="/ppt/media/image12.png" Id="Rb6e81393d370465b" /><Relationship Type="http://schemas.openxmlformats.org/officeDocument/2006/relationships/notesSlide" Target="/ppt/notesSlides/notesSlide22.xml" Id="Rfad7697b684c40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cb07f688045cb" /><Relationship Type="http://schemas.openxmlformats.org/officeDocument/2006/relationships/notesSlide" Target="/ppt/notesSlides/notesSlide23.xml" Id="R74acf96f44264b8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bd8d7e9ac4f43" /><Relationship Type="http://schemas.openxmlformats.org/officeDocument/2006/relationships/notesSlide" Target="/ppt/notesSlides/notesSlide24.xml" Id="R85f1c1322aea4da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28b4ab9fb4536" /><Relationship Type="http://schemas.openxmlformats.org/officeDocument/2006/relationships/notesSlide" Target="/ppt/notesSlides/notesSlide25.xml" Id="R98b1fe1deacd4c7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2e20269374369" /><Relationship Type="http://schemas.openxmlformats.org/officeDocument/2006/relationships/image" Target="/ppt/media/image13.png" Id="Re7d8c7f2cd504868" /><Relationship Type="http://schemas.openxmlformats.org/officeDocument/2006/relationships/notesSlide" Target="/ppt/notesSlides/notesSlide26.xml" Id="R231c33c6f2a2439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73d637f7f4676" /><Relationship Type="http://schemas.openxmlformats.org/officeDocument/2006/relationships/image" Target="/ppt/media/image14.png" Id="R24c688acb6944e9b" /><Relationship Type="http://schemas.openxmlformats.org/officeDocument/2006/relationships/notesSlide" Target="/ppt/notesSlides/notesSlide27.xml" Id="Rced0d4c3a5094e1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b103be5714326" /><Relationship Type="http://schemas.openxmlformats.org/officeDocument/2006/relationships/image" Target="/ppt/media/image15.png" Id="R1850f512c7bc4113" /><Relationship Type="http://schemas.openxmlformats.org/officeDocument/2006/relationships/notesSlide" Target="/ppt/notesSlides/notesSlide28.xml" Id="Rb32750410166491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dd47a79af4136" /><Relationship Type="http://schemas.openxmlformats.org/officeDocument/2006/relationships/image" Target="/ppt/media/image16.png" Id="Rca686346fe204411" /><Relationship Type="http://schemas.openxmlformats.org/officeDocument/2006/relationships/notesSlide" Target="/ppt/notesSlides/notesSlide29.xml" Id="R71b93092878c452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99011361845c8" /><Relationship Type="http://schemas.openxmlformats.org/officeDocument/2006/relationships/image" Target="/ppt/media/image17.png" Id="R8fcece2149254d3f" /><Relationship Type="http://schemas.openxmlformats.org/officeDocument/2006/relationships/notesSlide" Target="/ppt/notesSlides/notesSlide30.xml" Id="Ra1abf417c3cc480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674ac264d400b" /><Relationship Type="http://schemas.openxmlformats.org/officeDocument/2006/relationships/notesSlide" Target="/ppt/notesSlides/notesSlide31.xml" Id="Reaa5160f79fa4eb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134f26094453f" /><Relationship Type="http://schemas.openxmlformats.org/officeDocument/2006/relationships/notesSlide" Target="/ppt/notesSlides/notesSlide32.xml" Id="Rd531356f09744e4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6686b51c64ecc" /><Relationship Type="http://schemas.openxmlformats.org/officeDocument/2006/relationships/notesSlide" Target="/ppt/notesSlides/notesSlide33.xml" Id="Raf5d8ff125b04d0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fc513a8e2410b" /><Relationship Type="http://schemas.openxmlformats.org/officeDocument/2006/relationships/image" Target="/ppt/media/image18.png" Id="Rea42f9418bf043ed" /><Relationship Type="http://schemas.openxmlformats.org/officeDocument/2006/relationships/image" Target="/ppt/media/image19.png" Id="R3a95d4f563eb4a61" /><Relationship Type="http://schemas.openxmlformats.org/officeDocument/2006/relationships/notesSlide" Target="/ppt/notesSlides/notesSlide34.xml" Id="Ra2d1868fac2b4eb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23727da934f73" /><Relationship Type="http://schemas.openxmlformats.org/officeDocument/2006/relationships/image" Target="/ppt/media/image20.png" Id="R7eceb4a873bf457b" /><Relationship Type="http://schemas.openxmlformats.org/officeDocument/2006/relationships/image" Target="/ppt/media/image21.png" Id="R40bec2378a124337" /><Relationship Type="http://schemas.openxmlformats.org/officeDocument/2006/relationships/notesSlide" Target="/ppt/notesSlides/notesSlide35.xml" Id="R34e5715efbba4f9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6f0d362e64600" /><Relationship Type="http://schemas.openxmlformats.org/officeDocument/2006/relationships/image" Target="/ppt/media/image22.png" Id="R0e950790b6f94514" /><Relationship Type="http://schemas.openxmlformats.org/officeDocument/2006/relationships/image" Target="/ppt/media/image23.png" Id="Rb7a52ad934244254" /><Relationship Type="http://schemas.openxmlformats.org/officeDocument/2006/relationships/notesSlide" Target="/ppt/notesSlides/notesSlide36.xml" Id="Rd958d62a05fe410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74d6b678c4424" /><Relationship Type="http://schemas.openxmlformats.org/officeDocument/2006/relationships/image" Target="/ppt/media/image24.png" Id="R5aaa4c23dcba49c1" /><Relationship Type="http://schemas.openxmlformats.org/officeDocument/2006/relationships/image" Target="/ppt/media/image25.png" Id="R2d4b59cdbfae4c78" /><Relationship Type="http://schemas.openxmlformats.org/officeDocument/2006/relationships/notesSlide" Target="/ppt/notesSlides/notesSlide37.xml" Id="Rb38e0ca4621e429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2d2e7c02f4827" /><Relationship Type="http://schemas.openxmlformats.org/officeDocument/2006/relationships/image" Target="/ppt/media/image26.png" Id="Rcf2fe3feb7f145fc" /><Relationship Type="http://schemas.openxmlformats.org/officeDocument/2006/relationships/image" Target="/ppt/media/image27.png" Id="Rc1d44c0ee057485b" /><Relationship Type="http://schemas.openxmlformats.org/officeDocument/2006/relationships/notesSlide" Target="/ppt/notesSlides/notesSlide38.xml" Id="R2eb61b2d73dd43f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b09526fa244c0" /><Relationship Type="http://schemas.openxmlformats.org/officeDocument/2006/relationships/notesSlide" Target="/ppt/notesSlides/notesSlide39.xml" Id="Rf3154fd0c7dd467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8672848de487c" /><Relationship Type="http://schemas.openxmlformats.org/officeDocument/2006/relationships/notesSlide" Target="/ppt/notesSlides/notesSlide40.xml" Id="Ra33996f97040407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99cab952e40d8" /><Relationship Type="http://schemas.openxmlformats.org/officeDocument/2006/relationships/notesSlide" Target="/ppt/notesSlides/notesSlide41.xml" Id="R300bf1bb4a2947f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5b3d086984dd5" /><Relationship Type="http://schemas.openxmlformats.org/officeDocument/2006/relationships/image" Target="/ppt/media/image18.png" Id="R9b776306e8d04f90" /><Relationship Type="http://schemas.openxmlformats.org/officeDocument/2006/relationships/image" Target="/ppt/media/image28.png" Id="R59a89f94208348b8" /><Relationship Type="http://schemas.openxmlformats.org/officeDocument/2006/relationships/notesSlide" Target="/ppt/notesSlides/notesSlide42.xml" Id="R4cca06c697a64b5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193265c5a4acb" /><Relationship Type="http://schemas.openxmlformats.org/officeDocument/2006/relationships/image" Target="/ppt/media/image20.png" Id="Ra13e9ba376834e4b" /><Relationship Type="http://schemas.openxmlformats.org/officeDocument/2006/relationships/image" Target="/ppt/media/image29.png" Id="R5183453b467e423a" /><Relationship Type="http://schemas.openxmlformats.org/officeDocument/2006/relationships/notesSlide" Target="/ppt/notesSlides/notesSlide43.xml" Id="R3035d495f737441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0ccc26d8848bc" /><Relationship Type="http://schemas.openxmlformats.org/officeDocument/2006/relationships/image" Target="/ppt/media/image22.png" Id="R01a4e86bd68e4338" /><Relationship Type="http://schemas.openxmlformats.org/officeDocument/2006/relationships/image" Target="/ppt/media/image30.png" Id="R3af83b4ed1934164" /><Relationship Type="http://schemas.openxmlformats.org/officeDocument/2006/relationships/notesSlide" Target="/ppt/notesSlides/notesSlide44.xml" Id="R7bb469634b304dc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3e78a3b0941a8" /><Relationship Type="http://schemas.openxmlformats.org/officeDocument/2006/relationships/image" Target="/ppt/media/image24.png" Id="R37407c24f4d849c7" /><Relationship Type="http://schemas.openxmlformats.org/officeDocument/2006/relationships/image" Target="/ppt/media/image31.png" Id="R69c6f27baa0d481f" /><Relationship Type="http://schemas.openxmlformats.org/officeDocument/2006/relationships/notesSlide" Target="/ppt/notesSlides/notesSlide45.xml" Id="R916bbac1fbbc478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b58e23e404363" /><Relationship Type="http://schemas.openxmlformats.org/officeDocument/2006/relationships/image" Target="/ppt/media/image26.png" Id="R442dbf15edd44a0d" /><Relationship Type="http://schemas.openxmlformats.org/officeDocument/2006/relationships/image" Target="/ppt/media/image32.png" Id="R2022f2ae3ff14ead" /><Relationship Type="http://schemas.openxmlformats.org/officeDocument/2006/relationships/notesSlide" Target="/ppt/notesSlides/notesSlide46.xml" Id="R382245e4bf72460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3f7c80df84afc" /><Relationship Type="http://schemas.openxmlformats.org/officeDocument/2006/relationships/notesSlide" Target="/ppt/notesSlides/notesSlide47.xml" Id="R0793da6e4e97455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77e994ccb4444" /><Relationship Type="http://schemas.openxmlformats.org/officeDocument/2006/relationships/notesSlide" Target="/ppt/notesSlides/notesSlide48.xml" Id="R33d03fee158840c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3d4adf4a147e1" /><Relationship Type="http://schemas.openxmlformats.org/officeDocument/2006/relationships/notesSlide" Target="/ppt/notesSlides/notesSlide49.xml" Id="R834601ca443146a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a93bb5fe44a41" /><Relationship Type="http://schemas.openxmlformats.org/officeDocument/2006/relationships/image" Target="/ppt/media/image20.png" Id="R2be6ab4df06241b9" /><Relationship Type="http://schemas.openxmlformats.org/officeDocument/2006/relationships/image" Target="/ppt/media/image33.png" Id="R31630d046e1847a7" /><Relationship Type="http://schemas.openxmlformats.org/officeDocument/2006/relationships/notesSlide" Target="/ppt/notesSlides/notesSlide50.xml" Id="Rb4c753e06d9f458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945ac4c8b4ccf" /><Relationship Type="http://schemas.openxmlformats.org/officeDocument/2006/relationships/image" Target="/ppt/media/image20.png" Id="R4cc28d4c30c44151" /><Relationship Type="http://schemas.openxmlformats.org/officeDocument/2006/relationships/image" Target="/ppt/media/image34.png" Id="R7b65f4a3d3504a07" /><Relationship Type="http://schemas.openxmlformats.org/officeDocument/2006/relationships/notesSlide" Target="/ppt/notesSlides/notesSlide51.xml" Id="R80b5ce271b67404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847402e414f74" /><Relationship Type="http://schemas.openxmlformats.org/officeDocument/2006/relationships/image" Target="/ppt/media/image26.png" Id="Rbf08b26350e64a63" /><Relationship Type="http://schemas.openxmlformats.org/officeDocument/2006/relationships/image" Target="/ppt/media/image35.png" Id="R0e3a47594f564f19" /><Relationship Type="http://schemas.openxmlformats.org/officeDocument/2006/relationships/notesSlide" Target="/ppt/notesSlides/notesSlide52.xml" Id="Rcdd4464c900943a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104f092894834" /><Relationship Type="http://schemas.openxmlformats.org/officeDocument/2006/relationships/image" Target="/ppt/media/image7.png" Id="Rb5d8754fafdd492c" /><Relationship Type="http://schemas.openxmlformats.org/officeDocument/2006/relationships/image" Target="/ppt/media/image36.png" Id="Rdaa9fcf47ec64be5" /><Relationship Type="http://schemas.openxmlformats.org/officeDocument/2006/relationships/notesSlide" Target="/ppt/notesSlides/notesSlide53.xml" Id="Rf4ce118b14664b1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a237a7554d3f" /><Relationship Type="http://schemas.openxmlformats.org/officeDocument/2006/relationships/notesSlide" Target="/ppt/notesSlides/notesSlide54.xml" Id="R83ad419f6a694b1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298f520814774" /><Relationship Type="http://schemas.openxmlformats.org/officeDocument/2006/relationships/notesSlide" Target="/ppt/notesSlides/notesSlide55.xml" Id="Rcaae5ea38d6d47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b2ffedc964f4e" /><Relationship Type="http://schemas.openxmlformats.org/officeDocument/2006/relationships/notesSlide" Target="/ppt/notesSlides/notesSlide56.xml" Id="R17e6dde717fa48c1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ec09c35064669" /><Relationship Type="http://schemas.openxmlformats.org/officeDocument/2006/relationships/image" Target="/ppt/media/image37.png" Id="R988fd3eb9926458e" /><Relationship Type="http://schemas.openxmlformats.org/officeDocument/2006/relationships/image" Target="/ppt/media/image38.png" Id="R154d9df9fa4e4abc" /><Relationship Type="http://schemas.openxmlformats.org/officeDocument/2006/relationships/notesSlide" Target="/ppt/notesSlides/notesSlide57.xml" Id="R85c53467eb074df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f90a9d36847cc" /><Relationship Type="http://schemas.openxmlformats.org/officeDocument/2006/relationships/image" Target="/ppt/media/image7.png" Id="Rc6da68371c4a4c9b" /><Relationship Type="http://schemas.openxmlformats.org/officeDocument/2006/relationships/image" Target="/ppt/media/image39.png" Id="R23a41160e3e74d3d" /><Relationship Type="http://schemas.openxmlformats.org/officeDocument/2006/relationships/notesSlide" Target="/ppt/notesSlides/notesSlide58.xml" Id="Rb331f9411ebf482a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c4b05b5bc4c74" /><Relationship Type="http://schemas.openxmlformats.org/officeDocument/2006/relationships/notesSlide" Target="/ppt/notesSlides/notesSlide59.xml" Id="R3f55f71a59c9448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faa1698a74a75" /><Relationship Type="http://schemas.openxmlformats.org/officeDocument/2006/relationships/image" Target="/ppt/media/image40.png" Id="R38f37d0301784381" /><Relationship Type="http://schemas.openxmlformats.org/officeDocument/2006/relationships/image" Target="/ppt/media/image41.png" Id="R31aeeaf6373a4bfa" /><Relationship Type="http://schemas.openxmlformats.org/officeDocument/2006/relationships/notesSlide" Target="/ppt/notesSlides/notesSlide60.xml" Id="R0a0e163b163e4fa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94eabf4da4fe4" /><Relationship Type="http://schemas.openxmlformats.org/officeDocument/2006/relationships/image" Target="/ppt/media/image42.png" Id="Rdf9f6ec9de964a9e" /><Relationship Type="http://schemas.openxmlformats.org/officeDocument/2006/relationships/image" Target="/ppt/media/image43.png" Id="R006b04d3c1744ad1" /><Relationship Type="http://schemas.openxmlformats.org/officeDocument/2006/relationships/notesSlide" Target="/ppt/notesSlides/notesSlide61.xml" Id="Rbee810b59584426b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13685ed8d4c7b" /><Relationship Type="http://schemas.openxmlformats.org/officeDocument/2006/relationships/notesSlide" Target="/ppt/notesSlides/notesSlide62.xml" Id="Rf5471bcdf9fd48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28c078e9a4f10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5a77ef39949f2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6172622084247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559bd58ed48a1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38cc829c94cfd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2b3822715403b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dbb28fbc34d0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71f582cb3439a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3c8da6e5e486f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ce9d12c00479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e595b522a443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81393d370465b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8c7f2cd504868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688acb6944e9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0f512c7bc411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686346fe20441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ece2149254d3f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2f9418bf043ed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5d4f563eb4a61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ceb4a873bf457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ec2378a12433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50790b6f9451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52ad93424425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4c23dcba49c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4b59cdbfae4c7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fe3feb7f145fc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44c0ee057485b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QUASI-EXTERNAL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QQQ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6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QQQ's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QQQ is quasi-external;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QQQ ATR% to read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QQQ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QQQ state uses Wilder ATR14 / close, ranked against the prior 252 completed QQQ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QQQ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76306e8d04f90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89f94208348b8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reveals broad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positive; strongest +0.260 at 10 prior / 5 forward; family q = 0.051,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e9ba376834e4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3453b467e423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MEDIUM weakens at longer horizons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cells positive; long/long cells turn negative; strongest -0.224 at 20 prior / 25 forward;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4e86bd68e433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83b4ed193416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HIGH leaves a mild negative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cells negative; max |r| = 0.112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07c24f4d849c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6f27baa0d481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10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0.274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dbf15edd44a0d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2f2ae3ff14ead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reshapes TSLA returns—but leaves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Preserves the broad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positive; 77/81 same sign vs own; mean r +0.123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QQQ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Weakens own-asset MEDIUM; long horizons turn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positive; 44/81 same sign vs own; mean r -0.010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negative map; closer to TSLA-own HIGH than SPY HIGH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negative; 63/81 same sign vs own; mean r -0.022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is a coherent quasi-external axis—not independent evidence. Next: frozen QQQ/SPY lead–lag grid; keep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CROSS-ASSET PRIOR RETURNS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prior market return foreshadow TSLA?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Compare QQQ and SPY return windows ending at the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target, sample, horizons, timing boundary, and uncertainty. No relative-strength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market return ends before TSLA's future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/ SPY R−(p)  →  TSLA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market-return window ends at anchor close t. TSLA's following return begins after 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prior-return authorities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cross-asset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Predictors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and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each; 162 pooled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QQQ return reveals a medium-horizon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+0.134 at 10 prior / 10 forward; family q = 0.361,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6ab4df06241b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30d046e1847a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SPY return traces the same, weaker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cells positive; strongest +0.111 at 10 prior / 5 forward; family q = 0.662,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c28d4c30c4415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5f4a3d3504a0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maps differ only modestly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QQQ-minus-SPY change: 15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79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cells with the same correlation 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 = 0.947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cellwise correlation between the two maps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8b26350e64a63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a47594f564f19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4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largely reproduce TSLA's own horizon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Map correlation vs TSLA-own: QQQ +0.906, SPY +0.965; no external BH survivor.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8754fafdd492c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475D3-61B6-47E4-B4AF-667A572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9fcf47ec64be5"/>
          <a:stretch xmlns:a="http://schemas.openxmlformats.org/drawingml/2006/main"/>
        </p:blipFill>
        <p:spPr>
          <a:xfrm xmlns:a="http://schemas.openxmlformats.org/drawingml/2006/main">
            <a:off x="1000125" y="1581150"/>
            <a:ext cx="10191750" cy="3838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prior returns reveal shared geometry—not a 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PRIOR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Positive island peaks around 5–10 prior / 5–10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positive; max r +0.134; 0/81 family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PRIOR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Nearly the same surface, with slightly weaker point estimates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positive; max r +0.111; 0/81 family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TSLA-OWN BASELINE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already exists in TSLA's own prior-return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QQQ/own map r +0.906; SPY/own r +0.965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Shared trend geometry is a useful clue, but no distinct external lead or multiplicity survivor is established.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SIGN ASYMMETRY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the aggregate map mix losses and gains?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Split the same signed prior return at zero—without changing its scale.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sample, horizons, timing, ER20, and ATR% states. No rule or post-2023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Loss and gain branches share one signed return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X &lt; 0  versus  X &gt;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Negative values stay negative. A joint interaction model allows both the intercept and slope to differ across the two branches.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conditioning surfaces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asymmetry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Branches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Negative and positive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/ 162 / 243 direct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1×1 survivor is rebound geometry after losses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Negative slope −0.182 vs positive +0.053; difference +0.235, 81-cell BH q=0.044. Up odds: 52.9% vs 52.1%.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fd3eb9926458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d9df9fa4e4abc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unfiltered cells survive the BH asymmetry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1/1 and a 20-prior / 4–10-forward cluster survive; negative branches reverse while positive branches stay near zero.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a68371c4a4c9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475D3-61B6-47E4-B4AF-667A572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41160e3e74d3d"/>
          <a:stretch xmlns:a="http://schemas.openxmlformats.org/drawingml/2006/main"/>
        </p:blipFill>
        <p:spPr>
          <a:xfrm xmlns:a="http://schemas.openxmlformats.org/drawingml/2006/main" flipH="0" flipV="0">
            <a:off x="1000125" y="1581150"/>
            <a:ext cx="10191750" cy="3838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9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Positive minus negative detects a kink—not a spread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b+ − b−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5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Compare two conditional slopes. Like an asymmetric spring, deeper losses can create rebound pressure while larger gains add little information.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hinge at prior return =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the blue cells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Negative 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b− &lt; 0: deeper loss → stronger rebound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Positive branch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b+ ≈ 0: gain size → little information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Difference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b+ − b− &gt; 0: sign changes the mapping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Not a trade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realized returns are being subtracted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Candidate use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Score loss severity only inside X &lt;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Guardrail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Slope asymmetry ≠ positive expectancy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718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reorganizes the branches, but no asymmetry survives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0/162 direct slope interactions pass BH; ER20 and prior return share trailing TSLA path data.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37d030178438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aeeaf6373a4bf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isolates two clusters—but not a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HIGH 1/1 plus LOW 20–25 prior / 15–20 forward: 5/243 pass BH. LOW loss branches have only 165–167 observations.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9f6ec9de964a9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b04d3c1744ad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split reveals rebound geometry—not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ADJACENT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1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Rebound slope after losses—not sign persistence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q=0.044; up odds 52.9% after loss vs 52.1% after gain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UNFILTERED 9×9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Coherent 20-prior / 4–10-forward rebound cluster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4/81 BH passes; nested horizons share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REGIME SPLITS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none; ATR% HIGH 1×1 plus LOW long-horizon cluster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0/162 ER20; 5/243 ATR%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novel in-sample asymmetry worth frozen sensitivity—not a trading rule.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2026-08-26T16:25:50.0730000Z</dcterms:created>
  <dcterms:modified xsi:type="dcterms:W3CDTF">2026-08-26T16:25:50.0730000Z</dcterms:modified>
</coreProperties>
</file>