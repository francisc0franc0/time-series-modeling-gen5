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545b59875d4783" /><Relationship Type="http://schemas.openxmlformats.org/officeDocument/2006/relationships/extended-properties" Target="/docProps/app.xml" Id="R41d5d34ad7e9405f" /><Relationship Type="http://schemas.openxmlformats.org/officeDocument/2006/relationships/officeDocument" Target="/ppt/presentation.xml" Id="R52ae9eea457e41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7e4ecf46c04a21"/>
  </p:sldMasterIdLst>
  <p:notesMasterIdLst>
    <p:notesMasterId xmlns:r="http://schemas.openxmlformats.org/officeDocument/2006/relationships" r:id="R543e0c6f8cbe439a"/>
  </p:notesMasterIdLst>
  <p:sldIdLst>
    <p:sldId xmlns:r="http://schemas.openxmlformats.org/officeDocument/2006/relationships" id="256" r:id="Rb51b66f5e5a34b17"/>
    <p:sldId xmlns:r="http://schemas.openxmlformats.org/officeDocument/2006/relationships" id="257" r:id="R05aa709d790949f4"/>
    <p:sldId xmlns:r="http://schemas.openxmlformats.org/officeDocument/2006/relationships" id="258" r:id="R4680dbabc7724490"/>
    <p:sldId xmlns:r="http://schemas.openxmlformats.org/officeDocument/2006/relationships" id="259" r:id="Rc805203d95964270"/>
    <p:sldId xmlns:r="http://schemas.openxmlformats.org/officeDocument/2006/relationships" id="260" r:id="R0c2cbd7389094348"/>
    <p:sldId xmlns:r="http://schemas.openxmlformats.org/officeDocument/2006/relationships" id="261" r:id="Rbd14159568104af3"/>
    <p:sldId xmlns:r="http://schemas.openxmlformats.org/officeDocument/2006/relationships" id="262" r:id="R853f9e33286e4aa9"/>
    <p:sldId xmlns:r="http://schemas.openxmlformats.org/officeDocument/2006/relationships" id="263" r:id="Raff3021a50cf46e0"/>
    <p:sldId xmlns:r="http://schemas.openxmlformats.org/officeDocument/2006/relationships" id="264" r:id="R5f2212caae6c486b"/>
    <p:sldId xmlns:r="http://schemas.openxmlformats.org/officeDocument/2006/relationships" id="265" r:id="R02db86792a82442c"/>
    <p:sldId xmlns:r="http://schemas.openxmlformats.org/officeDocument/2006/relationships" id="266" r:id="Rf55dc6f37e944992"/>
    <p:sldId xmlns:r="http://schemas.openxmlformats.org/officeDocument/2006/relationships" id="267" r:id="Re4661d4bbc964b0a"/>
    <p:sldId xmlns:r="http://schemas.openxmlformats.org/officeDocument/2006/relationships" id="268" r:id="R9bc6da8860c94607"/>
    <p:sldId xmlns:r="http://schemas.openxmlformats.org/officeDocument/2006/relationships" id="269" r:id="Rf86c8212c6ab4f56"/>
    <p:sldId xmlns:r="http://schemas.openxmlformats.org/officeDocument/2006/relationships" id="270" r:id="Rc58dc38d5ea9486b"/>
    <p:sldId xmlns:r="http://schemas.openxmlformats.org/officeDocument/2006/relationships" id="271" r:id="Re2c5f7697e254f2e"/>
    <p:sldId xmlns:r="http://schemas.openxmlformats.org/officeDocument/2006/relationships" id="272" r:id="R2dec98c685434658"/>
    <p:sldId xmlns:r="http://schemas.openxmlformats.org/officeDocument/2006/relationships" id="273" r:id="R70478aff64e84146"/>
    <p:sldId xmlns:r="http://schemas.openxmlformats.org/officeDocument/2006/relationships" id="274" r:id="R317c0ef81687436d"/>
    <p:sldId xmlns:r="http://schemas.openxmlformats.org/officeDocument/2006/relationships" id="275" r:id="Ra739b900510540e2"/>
    <p:sldId xmlns:r="http://schemas.openxmlformats.org/officeDocument/2006/relationships" id="276" r:id="R9b7353cfb9da4477"/>
    <p:sldId xmlns:r="http://schemas.openxmlformats.org/officeDocument/2006/relationships" id="277" r:id="R01785c348a9f4877"/>
    <p:sldId xmlns:r="http://schemas.openxmlformats.org/officeDocument/2006/relationships" id="278" r:id="Ra8a3c95140ab42cb"/>
    <p:sldId xmlns:r="http://schemas.openxmlformats.org/officeDocument/2006/relationships" id="279" r:id="R194ce9a881c549bb"/>
    <p:sldId xmlns:r="http://schemas.openxmlformats.org/officeDocument/2006/relationships" id="280" r:id="R5a0a32e2bffc42d2"/>
    <p:sldId xmlns:r="http://schemas.openxmlformats.org/officeDocument/2006/relationships" id="281" r:id="R78fcba5ca8114304"/>
    <p:sldId xmlns:r="http://schemas.openxmlformats.org/officeDocument/2006/relationships" id="282" r:id="Rd07c4624770e4ab9"/>
    <p:sldId xmlns:r="http://schemas.openxmlformats.org/officeDocument/2006/relationships" id="283" r:id="R3429408a04e04c49"/>
    <p:sldId xmlns:r="http://schemas.openxmlformats.org/officeDocument/2006/relationships" id="284" r:id="Re63d8d745e714872"/>
    <p:sldId xmlns:r="http://schemas.openxmlformats.org/officeDocument/2006/relationships" id="285" r:id="Rc4723f2731c64ef6"/>
    <p:sldId xmlns:r="http://schemas.openxmlformats.org/officeDocument/2006/relationships" id="286" r:id="R7b550102d7764052"/>
    <p:sldId xmlns:r="http://schemas.openxmlformats.org/officeDocument/2006/relationships" id="287" r:id="R47dceabee87f4e58"/>
    <p:sldId xmlns:r="http://schemas.openxmlformats.org/officeDocument/2006/relationships" id="288" r:id="Radeeb910b04d432c"/>
    <p:sldId xmlns:r="http://schemas.openxmlformats.org/officeDocument/2006/relationships" id="289" r:id="Rcc1111a738c44fda"/>
    <p:sldId xmlns:r="http://schemas.openxmlformats.org/officeDocument/2006/relationships" id="290" r:id="Ra06d3ec928a64d1f"/>
    <p:sldId xmlns:r="http://schemas.openxmlformats.org/officeDocument/2006/relationships" id="291" r:id="R04769f9d35f4421d"/>
    <p:sldId xmlns:r="http://schemas.openxmlformats.org/officeDocument/2006/relationships" id="292" r:id="R68fc67bed1ea4e41"/>
    <p:sldId xmlns:r="http://schemas.openxmlformats.org/officeDocument/2006/relationships" id="293" r:id="Ra19c5474da5f4db6"/>
    <p:sldId xmlns:r="http://schemas.openxmlformats.org/officeDocument/2006/relationships" id="294" r:id="Rd13c8011a8d44872"/>
    <p:sldId xmlns:r="http://schemas.openxmlformats.org/officeDocument/2006/relationships" id="295" r:id="R99dd4900c24847fa"/>
    <p:sldId xmlns:r="http://schemas.openxmlformats.org/officeDocument/2006/relationships" id="296" r:id="R935abdeacb37411e"/>
    <p:sldId xmlns:r="http://schemas.openxmlformats.org/officeDocument/2006/relationships" id="297" r:id="Raedf5ba744584442"/>
    <p:sldId xmlns:r="http://schemas.openxmlformats.org/officeDocument/2006/relationships" id="298" r:id="R92ea19763d5143ae"/>
    <p:sldId xmlns:r="http://schemas.openxmlformats.org/officeDocument/2006/relationships" id="299" r:id="Rfa97756d672440bb"/>
    <p:sldId xmlns:r="http://schemas.openxmlformats.org/officeDocument/2006/relationships" id="300" r:id="R88a2838063a2495c"/>
    <p:sldId xmlns:r="http://schemas.openxmlformats.org/officeDocument/2006/relationships" id="301" r:id="Rd07f4f6467294c0f"/>
    <p:sldId xmlns:r="http://schemas.openxmlformats.org/officeDocument/2006/relationships" id="302" r:id="R99f16fffed644212"/>
    <p:sldId xmlns:r="http://schemas.openxmlformats.org/officeDocument/2006/relationships" id="303" r:id="R966d52fd4350436e"/>
    <p:sldId xmlns:r="http://schemas.openxmlformats.org/officeDocument/2006/relationships" id="304" r:id="R02e62622928f4260"/>
    <p:sldId xmlns:r="http://schemas.openxmlformats.org/officeDocument/2006/relationships" id="305" r:id="R19fb8110a90e4f24"/>
    <p:sldId xmlns:r="http://schemas.openxmlformats.org/officeDocument/2006/relationships" id="306" r:id="R3961ae7d7d0c46aa"/>
    <p:sldId xmlns:r="http://schemas.openxmlformats.org/officeDocument/2006/relationships" id="307" r:id="R75a4d1483b93485c"/>
    <p:sldId xmlns:r="http://schemas.openxmlformats.org/officeDocument/2006/relationships" id="308" r:id="R18492dcccd944bf9"/>
    <p:sldId xmlns:r="http://schemas.openxmlformats.org/officeDocument/2006/relationships" id="309" r:id="Ra3bfe4f1396b4a63"/>
    <p:sldId xmlns:r="http://schemas.openxmlformats.org/officeDocument/2006/relationships" id="310" r:id="Rf085cba0d270443b"/>
    <p:sldId xmlns:r="http://schemas.openxmlformats.org/officeDocument/2006/relationships" id="311" r:id="R8633f23b942c404f"/>
    <p:sldId xmlns:r="http://schemas.openxmlformats.org/officeDocument/2006/relationships" id="312" r:id="R5ea1f37ee35245b7"/>
    <p:sldId xmlns:r="http://schemas.openxmlformats.org/officeDocument/2006/relationships" id="313" r:id="R1fb86e18a90e47c9"/>
    <p:sldId xmlns:r="http://schemas.openxmlformats.org/officeDocument/2006/relationships" id="314" r:id="R87746041fcb4455c"/>
    <p:sldId xmlns:r="http://schemas.openxmlformats.org/officeDocument/2006/relationships" id="315" r:id="R37ded0ee12764b73"/>
    <p:sldId xmlns:r="http://schemas.openxmlformats.org/officeDocument/2006/relationships" id="316" r:id="R4d1a9a636c3648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c91b8f67c146c9" /><Relationship Type="http://schemas.openxmlformats.org/officeDocument/2006/relationships/slideMaster" Target="/ppt/slideMasters/slideMaster1.xml" Id="R6b7e4ecf46c04a21" /><Relationship Type="http://schemas.openxmlformats.org/officeDocument/2006/relationships/notesMaster" Target="/ppt/notesMasters/notesMaster1.xml" Id="R543e0c6f8cbe439a" /><Relationship Type="http://schemas.openxmlformats.org/officeDocument/2006/relationships/presProps" Target="/ppt/presProps.xml" Id="R9dc35f7f260e483c" /><Relationship Type="http://schemas.openxmlformats.org/officeDocument/2006/relationships/tableStyles" Target="/ppt/tableStyles.xml" Id="Rc0e34a6502c14ea5" /><Relationship Type="http://schemas.openxmlformats.org/officeDocument/2006/relationships/slide" Target="/ppt/slides/slide1.xml" Id="Rb51b66f5e5a34b17" /><Relationship Type="http://schemas.openxmlformats.org/officeDocument/2006/relationships/slide" Target="/ppt/slides/slide2.xml" Id="R05aa709d790949f4" /><Relationship Type="http://schemas.openxmlformats.org/officeDocument/2006/relationships/slide" Target="/ppt/slides/slide3.xml" Id="R4680dbabc7724490" /><Relationship Type="http://schemas.openxmlformats.org/officeDocument/2006/relationships/slide" Target="/ppt/slides/slide4.xml" Id="Rc805203d95964270" /><Relationship Type="http://schemas.openxmlformats.org/officeDocument/2006/relationships/slide" Target="/ppt/slides/slide5.xml" Id="R0c2cbd7389094348" /><Relationship Type="http://schemas.openxmlformats.org/officeDocument/2006/relationships/slide" Target="/ppt/slides/slide6.xml" Id="Rbd14159568104af3" /><Relationship Type="http://schemas.openxmlformats.org/officeDocument/2006/relationships/slide" Target="/ppt/slides/slide7.xml" Id="R853f9e33286e4aa9" /><Relationship Type="http://schemas.openxmlformats.org/officeDocument/2006/relationships/slide" Target="/ppt/slides/slide8.xml" Id="Raff3021a50cf46e0" /><Relationship Type="http://schemas.openxmlformats.org/officeDocument/2006/relationships/slide" Target="/ppt/slides/slide9.xml" Id="R5f2212caae6c486b" /><Relationship Type="http://schemas.openxmlformats.org/officeDocument/2006/relationships/slide" Target="/ppt/slides/slide10.xml" Id="R02db86792a82442c" /><Relationship Type="http://schemas.openxmlformats.org/officeDocument/2006/relationships/slide" Target="/ppt/slides/slide11.xml" Id="Rf55dc6f37e944992" /><Relationship Type="http://schemas.openxmlformats.org/officeDocument/2006/relationships/slide" Target="/ppt/slides/slide12.xml" Id="Re4661d4bbc964b0a" /><Relationship Type="http://schemas.openxmlformats.org/officeDocument/2006/relationships/slide" Target="/ppt/slides/slide13.xml" Id="R9bc6da8860c94607" /><Relationship Type="http://schemas.openxmlformats.org/officeDocument/2006/relationships/slide" Target="/ppt/slides/slide14.xml" Id="Rf86c8212c6ab4f56" /><Relationship Type="http://schemas.openxmlformats.org/officeDocument/2006/relationships/slide" Target="/ppt/slides/slide15.xml" Id="Rc58dc38d5ea9486b" /><Relationship Type="http://schemas.openxmlformats.org/officeDocument/2006/relationships/slide" Target="/ppt/slides/slide16.xml" Id="Re2c5f7697e254f2e" /><Relationship Type="http://schemas.openxmlformats.org/officeDocument/2006/relationships/slide" Target="/ppt/slides/slide17.xml" Id="R2dec98c685434658" /><Relationship Type="http://schemas.openxmlformats.org/officeDocument/2006/relationships/slide" Target="/ppt/slides/slide18.xml" Id="R70478aff64e84146" /><Relationship Type="http://schemas.openxmlformats.org/officeDocument/2006/relationships/slide" Target="/ppt/slides/slide19.xml" Id="R317c0ef81687436d" /><Relationship Type="http://schemas.openxmlformats.org/officeDocument/2006/relationships/slide" Target="/ppt/slides/slide20.xml" Id="Ra739b900510540e2" /><Relationship Type="http://schemas.openxmlformats.org/officeDocument/2006/relationships/slide" Target="/ppt/slides/slide21.xml" Id="R9b7353cfb9da4477" /><Relationship Type="http://schemas.openxmlformats.org/officeDocument/2006/relationships/slide" Target="/ppt/slides/slide22.xml" Id="R01785c348a9f4877" /><Relationship Type="http://schemas.openxmlformats.org/officeDocument/2006/relationships/slide" Target="/ppt/slides/slide23.xml" Id="Ra8a3c95140ab42cb" /><Relationship Type="http://schemas.openxmlformats.org/officeDocument/2006/relationships/slide" Target="/ppt/slides/slide24.xml" Id="R194ce9a881c549bb" /><Relationship Type="http://schemas.openxmlformats.org/officeDocument/2006/relationships/slide" Target="/ppt/slides/slide25.xml" Id="R5a0a32e2bffc42d2" /><Relationship Type="http://schemas.openxmlformats.org/officeDocument/2006/relationships/slide" Target="/ppt/slides/slide26.xml" Id="R78fcba5ca8114304" /><Relationship Type="http://schemas.openxmlformats.org/officeDocument/2006/relationships/slide" Target="/ppt/slides/slide27.xml" Id="Rd07c4624770e4ab9" /><Relationship Type="http://schemas.openxmlformats.org/officeDocument/2006/relationships/slide" Target="/ppt/slides/slide28.xml" Id="R3429408a04e04c49" /><Relationship Type="http://schemas.openxmlformats.org/officeDocument/2006/relationships/slide" Target="/ppt/slides/slide29.xml" Id="Re63d8d745e714872" /><Relationship Type="http://schemas.openxmlformats.org/officeDocument/2006/relationships/slide" Target="/ppt/slides/slide30.xml" Id="Rc4723f2731c64ef6" /><Relationship Type="http://schemas.openxmlformats.org/officeDocument/2006/relationships/slide" Target="/ppt/slides/slide31.xml" Id="R7b550102d7764052" /><Relationship Type="http://schemas.openxmlformats.org/officeDocument/2006/relationships/slide" Target="/ppt/slides/slide32.xml" Id="R47dceabee87f4e58" /><Relationship Type="http://schemas.openxmlformats.org/officeDocument/2006/relationships/slide" Target="/ppt/slides/slide33.xml" Id="Radeeb910b04d432c" /><Relationship Type="http://schemas.openxmlformats.org/officeDocument/2006/relationships/slide" Target="/ppt/slides/slide34.xml" Id="Rcc1111a738c44fda" /><Relationship Type="http://schemas.openxmlformats.org/officeDocument/2006/relationships/slide" Target="/ppt/slides/slide35.xml" Id="Ra06d3ec928a64d1f" /><Relationship Type="http://schemas.openxmlformats.org/officeDocument/2006/relationships/slide" Target="/ppt/slides/slide36.xml" Id="R04769f9d35f4421d" /><Relationship Type="http://schemas.openxmlformats.org/officeDocument/2006/relationships/slide" Target="/ppt/slides/slide37.xml" Id="R68fc67bed1ea4e41" /><Relationship Type="http://schemas.openxmlformats.org/officeDocument/2006/relationships/slide" Target="/ppt/slides/slide38.xml" Id="Ra19c5474da5f4db6" /><Relationship Type="http://schemas.openxmlformats.org/officeDocument/2006/relationships/slide" Target="/ppt/slides/slide39.xml" Id="Rd13c8011a8d44872" /><Relationship Type="http://schemas.openxmlformats.org/officeDocument/2006/relationships/slide" Target="/ppt/slides/slide40.xml" Id="R99dd4900c24847fa" /><Relationship Type="http://schemas.openxmlformats.org/officeDocument/2006/relationships/slide" Target="/ppt/slides/slide41.xml" Id="R935abdeacb37411e" /><Relationship Type="http://schemas.openxmlformats.org/officeDocument/2006/relationships/slide" Target="/ppt/slides/slide42.xml" Id="Raedf5ba744584442" /><Relationship Type="http://schemas.openxmlformats.org/officeDocument/2006/relationships/slide" Target="/ppt/slides/slide43.xml" Id="R92ea19763d5143ae" /><Relationship Type="http://schemas.openxmlformats.org/officeDocument/2006/relationships/slide" Target="/ppt/slides/slide44.xml" Id="Rfa97756d672440bb" /><Relationship Type="http://schemas.openxmlformats.org/officeDocument/2006/relationships/slide" Target="/ppt/slides/slide45.xml" Id="R88a2838063a2495c" /><Relationship Type="http://schemas.openxmlformats.org/officeDocument/2006/relationships/slide" Target="/ppt/slides/slide46.xml" Id="Rd07f4f6467294c0f" /><Relationship Type="http://schemas.openxmlformats.org/officeDocument/2006/relationships/slide" Target="/ppt/slides/slide47.xml" Id="R99f16fffed644212" /><Relationship Type="http://schemas.openxmlformats.org/officeDocument/2006/relationships/slide" Target="/ppt/slides/slide48.xml" Id="R966d52fd4350436e" /><Relationship Type="http://schemas.openxmlformats.org/officeDocument/2006/relationships/slide" Target="/ppt/slides/slide49.xml" Id="R02e62622928f4260" /><Relationship Type="http://schemas.openxmlformats.org/officeDocument/2006/relationships/slide" Target="/ppt/slides/slide50.xml" Id="R19fb8110a90e4f24" /><Relationship Type="http://schemas.openxmlformats.org/officeDocument/2006/relationships/slide" Target="/ppt/slides/slide51.xml" Id="R3961ae7d7d0c46aa" /><Relationship Type="http://schemas.openxmlformats.org/officeDocument/2006/relationships/slide" Target="/ppt/slides/slide52.xml" Id="R75a4d1483b93485c" /><Relationship Type="http://schemas.openxmlformats.org/officeDocument/2006/relationships/slide" Target="/ppt/slides/slide53.xml" Id="R18492dcccd944bf9" /><Relationship Type="http://schemas.openxmlformats.org/officeDocument/2006/relationships/slide" Target="/ppt/slides/slide54.xml" Id="Ra3bfe4f1396b4a63" /><Relationship Type="http://schemas.openxmlformats.org/officeDocument/2006/relationships/slide" Target="/ppt/slides/slide55.xml" Id="Rf085cba0d270443b" /><Relationship Type="http://schemas.openxmlformats.org/officeDocument/2006/relationships/slide" Target="/ppt/slides/slide56.xml" Id="R8633f23b942c404f" /><Relationship Type="http://schemas.openxmlformats.org/officeDocument/2006/relationships/slide" Target="/ppt/slides/slide57.xml" Id="R5ea1f37ee35245b7" /><Relationship Type="http://schemas.openxmlformats.org/officeDocument/2006/relationships/slide" Target="/ppt/slides/slide58.xml" Id="R1fb86e18a90e47c9" /><Relationship Type="http://schemas.openxmlformats.org/officeDocument/2006/relationships/slide" Target="/ppt/slides/slide59.xml" Id="R87746041fcb4455c" /><Relationship Type="http://schemas.openxmlformats.org/officeDocument/2006/relationships/slide" Target="/ppt/slides/slide60.xml" Id="R37ded0ee12764b73" /><Relationship Type="http://schemas.openxmlformats.org/officeDocument/2006/relationships/slide" Target="/ppt/slides/slide61.xml" Id="R4d1a9a636c3648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b72c61ef2c4a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32eca763914737" /><Relationship Type="http://schemas.openxmlformats.org/officeDocument/2006/relationships/notesMaster" Target="/ppt/notesMasters/notesMaster1.xml" Id="R8a9016364a3e45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c56714eb2941ba" /><Relationship Type="http://schemas.openxmlformats.org/officeDocument/2006/relationships/notesMaster" Target="/ppt/notesMasters/notesMaster1.xml" Id="R79242d27839346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01a4488bd54876" /><Relationship Type="http://schemas.openxmlformats.org/officeDocument/2006/relationships/notesMaster" Target="/ppt/notesMasters/notesMaster1.xml" Id="R38b6d5ced39d4c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cb1bcae6e64e5c" /><Relationship Type="http://schemas.openxmlformats.org/officeDocument/2006/relationships/notesMaster" Target="/ppt/notesMasters/notesMaster1.xml" Id="R3ffaea74835043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70570811d74cfa" /><Relationship Type="http://schemas.openxmlformats.org/officeDocument/2006/relationships/notesMaster" Target="/ppt/notesMasters/notesMaster1.xml" Id="R71c6d756cf6d47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46430fb2774909" /><Relationship Type="http://schemas.openxmlformats.org/officeDocument/2006/relationships/notesMaster" Target="/ppt/notesMasters/notesMaster1.xml" Id="Rd367c817579946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408d0bc2e24b6b" /><Relationship Type="http://schemas.openxmlformats.org/officeDocument/2006/relationships/notesMaster" Target="/ppt/notesMasters/notesMaster1.xml" Id="R03c094929a264f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4d4a2e789f4b20" /><Relationship Type="http://schemas.openxmlformats.org/officeDocument/2006/relationships/notesMaster" Target="/ppt/notesMasters/notesMaster1.xml" Id="R5381504a0b6642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916fff6c6c4456" /><Relationship Type="http://schemas.openxmlformats.org/officeDocument/2006/relationships/notesMaster" Target="/ppt/notesMasters/notesMaster1.xml" Id="R2d597c7652a149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932fbbc4b84d02" /><Relationship Type="http://schemas.openxmlformats.org/officeDocument/2006/relationships/notesMaster" Target="/ppt/notesMasters/notesMaster1.xml" Id="Rac522b2010b145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72b1e2c67234a25" /><Relationship Type="http://schemas.openxmlformats.org/officeDocument/2006/relationships/notesMaster" Target="/ppt/notesMasters/notesMaster1.xml" Id="R789d1d5fed5f4a9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d0576f5cef4889" /><Relationship Type="http://schemas.openxmlformats.org/officeDocument/2006/relationships/notesMaster" Target="/ppt/notesMasters/notesMaster1.xml" Id="R4c957fe9901c4e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0240cccfa154851" /><Relationship Type="http://schemas.openxmlformats.org/officeDocument/2006/relationships/notesMaster" Target="/ppt/notesMasters/notesMaster1.xml" Id="R3f369cf2b2a0483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d648b906e8e46d0" /><Relationship Type="http://schemas.openxmlformats.org/officeDocument/2006/relationships/notesMaster" Target="/ppt/notesMasters/notesMaster1.xml" Id="R940e032752de432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7c8e2a9ec1c40d8" /><Relationship Type="http://schemas.openxmlformats.org/officeDocument/2006/relationships/notesMaster" Target="/ppt/notesMasters/notesMaster1.xml" Id="R3ec5acc31364432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2c00ed8ba47460c" /><Relationship Type="http://schemas.openxmlformats.org/officeDocument/2006/relationships/notesMaster" Target="/ppt/notesMasters/notesMaster1.xml" Id="R0e6cafeba19b43d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9fa46510d464c2f" /><Relationship Type="http://schemas.openxmlformats.org/officeDocument/2006/relationships/notesMaster" Target="/ppt/notesMasters/notesMaster1.xml" Id="R664f8c7fd0cb4fe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8aaff7a07b04d67" /><Relationship Type="http://schemas.openxmlformats.org/officeDocument/2006/relationships/notesMaster" Target="/ppt/notesMasters/notesMaster1.xml" Id="Rf59310023a5f402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a5ecfcbe3454c04" /><Relationship Type="http://schemas.openxmlformats.org/officeDocument/2006/relationships/notesMaster" Target="/ppt/notesMasters/notesMaster1.xml" Id="R3999615065a34e8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892da8e3c6446ee" /><Relationship Type="http://schemas.openxmlformats.org/officeDocument/2006/relationships/notesMaster" Target="/ppt/notesMasters/notesMaster1.xml" Id="Rd429dc9a8f7b4d7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18518f9fceb4415" /><Relationship Type="http://schemas.openxmlformats.org/officeDocument/2006/relationships/notesMaster" Target="/ppt/notesMasters/notesMaster1.xml" Id="R42fada7ed9ff43f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f60c7cd86c34666" /><Relationship Type="http://schemas.openxmlformats.org/officeDocument/2006/relationships/notesMaster" Target="/ppt/notesMasters/notesMaster1.xml" Id="R11894697ea34439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c1cd66630104974" /><Relationship Type="http://schemas.openxmlformats.org/officeDocument/2006/relationships/notesMaster" Target="/ppt/notesMasters/notesMaster1.xml" Id="R379ff57ad9e74ff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951ca03c4114894" /><Relationship Type="http://schemas.openxmlformats.org/officeDocument/2006/relationships/notesMaster" Target="/ppt/notesMasters/notesMaster1.xml" Id="R197f8fcc07fe43e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5e2f484ddcd4342" /><Relationship Type="http://schemas.openxmlformats.org/officeDocument/2006/relationships/notesMaster" Target="/ppt/notesMasters/notesMaster1.xml" Id="R6b8e75e4e789444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5b360bda55b44cb" /><Relationship Type="http://schemas.openxmlformats.org/officeDocument/2006/relationships/notesMaster" Target="/ppt/notesMasters/notesMaster1.xml" Id="R8f62f54bd080416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a06dbbd0b034c70" /><Relationship Type="http://schemas.openxmlformats.org/officeDocument/2006/relationships/notesMaster" Target="/ppt/notesMasters/notesMaster1.xml" Id="R98ad41d019e64d6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a3ecbec379b4060" /><Relationship Type="http://schemas.openxmlformats.org/officeDocument/2006/relationships/notesMaster" Target="/ppt/notesMasters/notesMaster1.xml" Id="Rc18d8fef3000411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3795a25a253467e" /><Relationship Type="http://schemas.openxmlformats.org/officeDocument/2006/relationships/notesMaster" Target="/ppt/notesMasters/notesMaster1.xml" Id="Rf3b8199ad1c54c3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39eddc34caa4112" /><Relationship Type="http://schemas.openxmlformats.org/officeDocument/2006/relationships/notesMaster" Target="/ppt/notesMasters/notesMaster1.xml" Id="Ra2e175d315be4cc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f2a5b33ee8142a5" /><Relationship Type="http://schemas.openxmlformats.org/officeDocument/2006/relationships/notesMaster" Target="/ppt/notesMasters/notesMaster1.xml" Id="R54afb83e0e52437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9b04d08de0049e2" /><Relationship Type="http://schemas.openxmlformats.org/officeDocument/2006/relationships/notesMaster" Target="/ppt/notesMasters/notesMaster1.xml" Id="Rd3d418a92a1e40b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75568894c78480d" /><Relationship Type="http://schemas.openxmlformats.org/officeDocument/2006/relationships/notesMaster" Target="/ppt/notesMasters/notesMaster1.xml" Id="Rf339457f0672432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58654f30c334882" /><Relationship Type="http://schemas.openxmlformats.org/officeDocument/2006/relationships/notesMaster" Target="/ppt/notesMasters/notesMaster1.xml" Id="R272f3d4ee93a40c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6ddc3dc535b474b" /><Relationship Type="http://schemas.openxmlformats.org/officeDocument/2006/relationships/notesMaster" Target="/ppt/notesMasters/notesMaster1.xml" Id="R979cee75e03a435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61963910b204c42" /><Relationship Type="http://schemas.openxmlformats.org/officeDocument/2006/relationships/notesMaster" Target="/ppt/notesMasters/notesMaster1.xml" Id="Rf16da95553534c8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f436a2a4d3e42b8" /><Relationship Type="http://schemas.openxmlformats.org/officeDocument/2006/relationships/notesMaster" Target="/ppt/notesMasters/notesMaster1.xml" Id="Rda137649f49a460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286426879ad47b2" /><Relationship Type="http://schemas.openxmlformats.org/officeDocument/2006/relationships/notesMaster" Target="/ppt/notesMasters/notesMaster1.xml" Id="R2ed7b35fa02748d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39578ee684748e1" /><Relationship Type="http://schemas.openxmlformats.org/officeDocument/2006/relationships/notesMaster" Target="/ppt/notesMasters/notesMaster1.xml" Id="Re4743e4fd720494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adc56bf5cc249ed" /><Relationship Type="http://schemas.openxmlformats.org/officeDocument/2006/relationships/notesMaster" Target="/ppt/notesMasters/notesMaster1.xml" Id="R96a6e2d335b349b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83161095205461e" /><Relationship Type="http://schemas.openxmlformats.org/officeDocument/2006/relationships/notesMaster" Target="/ppt/notesMasters/notesMaster1.xml" Id="R6834235e9ef24d5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2aa3406a7f34601" /><Relationship Type="http://schemas.openxmlformats.org/officeDocument/2006/relationships/notesMaster" Target="/ppt/notesMasters/notesMaster1.xml" Id="Rbeafb2d68115407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343a69614fe41ac" /><Relationship Type="http://schemas.openxmlformats.org/officeDocument/2006/relationships/notesMaster" Target="/ppt/notesMasters/notesMaster1.xml" Id="R1ecaad5476414fa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aad492de523346cb" /><Relationship Type="http://schemas.openxmlformats.org/officeDocument/2006/relationships/notesMaster" Target="/ppt/notesMasters/notesMaster1.xml" Id="Rc9bead628c1b494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2f8b1a77af74dc8" /><Relationship Type="http://schemas.openxmlformats.org/officeDocument/2006/relationships/notesMaster" Target="/ppt/notesMasters/notesMaster1.xml" Id="R984c7098acaa431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f4b5a50d1e444da" /><Relationship Type="http://schemas.openxmlformats.org/officeDocument/2006/relationships/notesMaster" Target="/ppt/notesMasters/notesMaster1.xml" Id="Rfefb960234384ded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0c9b37ae9b54a5f" /><Relationship Type="http://schemas.openxmlformats.org/officeDocument/2006/relationships/notesMaster" Target="/ppt/notesMasters/notesMaster1.xml" Id="R506da12798e34a5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1604eef862b24918" /><Relationship Type="http://schemas.openxmlformats.org/officeDocument/2006/relationships/notesMaster" Target="/ppt/notesMasters/notesMaster1.xml" Id="R83ced7ddf0e44be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b7e60dff7db40d9" /><Relationship Type="http://schemas.openxmlformats.org/officeDocument/2006/relationships/notesMaster" Target="/ppt/notesMasters/notesMaster1.xml" Id="R3c2e39bc7e30494b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9afdd2397be940e3" /><Relationship Type="http://schemas.openxmlformats.org/officeDocument/2006/relationships/notesMaster" Target="/ppt/notesMasters/notesMaster1.xml" Id="Rd6aad4ca21cf4ff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261a9faba0ef4986" /><Relationship Type="http://schemas.openxmlformats.org/officeDocument/2006/relationships/notesMaster" Target="/ppt/notesMasters/notesMaster1.xml" Id="Rf82ae80e33ec48f4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9071373f350480e" /><Relationship Type="http://schemas.openxmlformats.org/officeDocument/2006/relationships/notesMaster" Target="/ppt/notesMasters/notesMaster1.xml" Id="R1a2d857baff144d9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d36b7c6c3d14d78" /><Relationship Type="http://schemas.openxmlformats.org/officeDocument/2006/relationships/notesMaster" Target="/ppt/notesMasters/notesMaster1.xml" Id="Rc31c619bfbf2431d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1439ef1c2586495e" /><Relationship Type="http://schemas.openxmlformats.org/officeDocument/2006/relationships/notesMaster" Target="/ppt/notesMasters/notesMaster1.xml" Id="R3ed5b3f87cee41e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4b7e9b9e98da4831" /><Relationship Type="http://schemas.openxmlformats.org/officeDocument/2006/relationships/notesMaster" Target="/ppt/notesMasters/notesMaster1.xml" Id="R2fbb44aeb2fb41e1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798819dc03c64d0d" /><Relationship Type="http://schemas.openxmlformats.org/officeDocument/2006/relationships/notesMaster" Target="/ppt/notesMasters/notesMaster1.xml" Id="R2775d7c11da64a76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ee30fed58da844ce" /><Relationship Type="http://schemas.openxmlformats.org/officeDocument/2006/relationships/notesMaster" Target="/ppt/notesMasters/notesMaster1.xml" Id="R8d0b927b5ef444e6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12abfd90b7f04141" /><Relationship Type="http://schemas.openxmlformats.org/officeDocument/2006/relationships/notesMaster" Target="/ppt/notesMasters/notesMaster1.xml" Id="Rff8235d89f574e7c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a986db07fccb49b9" /><Relationship Type="http://schemas.openxmlformats.org/officeDocument/2006/relationships/notesMaster" Target="/ppt/notesMasters/notesMaster1.xml" Id="R630e0f3aab474099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bcbde5cb5dec481c" /><Relationship Type="http://schemas.openxmlformats.org/officeDocument/2006/relationships/notesMaster" Target="/ppt/notesMasters/notesMaster1.xml" Id="R232983df21b149c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50fcfdf6de794a3e" /><Relationship Type="http://schemas.openxmlformats.org/officeDocument/2006/relationships/notesMaster" Target="/ppt/notesMasters/notesMaster1.xml" Id="Ra9ad145c5a4047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sessions reveals signed dependence hidden by the adjacent-session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scripts/inspect/run_tsla_cumulative_return_horizon_grid.R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information boundary first: cumulative prior return ends at the anchor close and cumulative forward return begins from that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- runs/research_workbench/operator_hypothesis_lab/tsla_cumulative_return_horizon_grid_20260825/grid_checks.csv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positive region is coherent rather than a single isolated cell, but its magnitude is small and this nested grid is highly 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runs/research_workbench/operator_hypothesis_lab/tsla_cumulative_return_horizon_grid_20260825/pearson_correlation_matrix.csv</a:t>
            </a:r>
          </a:p>
          <a:p xmlns:a="http://schemas.openxmlformats.org/drawingml/2006/main">
            <a:r>
              <a:t>- runs/research_workbench/operator_hypothesis_lab/tsla_cumulative_return_horizon_grid_20260825/slope_bh_q_value_matrix.csv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point estimate explains less than one percent of forward-return variance, and its overlap-aware interval includes zero. Its BH q-value is 0.660.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runs/research_workbench/operator_hypothesis_lab/tsla_cumulative_return_horizon_grid_20260825/r_squared_percent_matrix.csv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runs/research_workbench/operator_hypothesis_lab/tsla_cumulative_return_horizon_grid_20260825/visuals/tsla_cumulative_return_r_squared_heatmap.png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Several direction differences are positive, but the best raw p-value becomes q=0.554 after the 81-cell scan. None survives BH-FDR or Bonferroni.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runs/research_workbench/operator_hypothesis_lab/tsla_cumulative_return_horizon_grid_20260825/direction_difference_pp_matrix.csv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runs/research_workbench/operator_hypothesis_lab/tsla_cumulative_return_horizon_grid_20260825/visuals/tsla_cumulative_return_direction_difference_heatmap.png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the descriptive pattern from evidence strength. The ridge is worth naming, but this scan does not establish predictive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runs/research_workbench/operator_hypothesis_lab/tsla_cumulative_return_horizon_grid_20260825/report.md</a:t>
            </a:r>
          </a:p>
          <a:p xmlns:a="http://schemas.openxmlformats.org/drawingml/2006/main">
            <a:r>
              <a:t>- runs/research_workbench/operator_hypothesis_lab/tsla_cumulative_return_horizon_grid_20260825/cells_ranked_by_absolute_correlation.csv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red and green path states washes out different prior-versus-forward return relationships.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scripts/inspect/run_tsla_er20_conditioned_return_horizon_grid.R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timing is causal: ER20 at the anchor uses closes through that anchor only. One pre-2018 anchor from the aggregate grid is uncolored and excluded.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runs/research_workbench/operator_hypothesis_lab/tsla_er20_conditioned_return_horizon_grid_20260825/run_spec.csv</a:t>
            </a:r>
          </a:p>
          <a:p xmlns:a="http://schemas.openxmlformats.org/drawingml/2006/main">
            <a:r>
              <a:t>- runs/research_workbench/operator_hypothesis_lab/tsla_er20_conditioned_return_horizon_grid_20260825/grid_checks.csv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states show a coherent positive island centered around 10 to 15 prior sessions and 3 to 10 forward sessions. The largest cell has an overlap-aware interval that still includes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runs/research_workbench/operator_hypothesis_lab/tsla_er20_conditioned_return_horizon_grid_20260825/red_sideways_pearson_matrix.csv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runs/research_workbench/operator_hypothesis_lab/tsla_er20_conditioned_return_horizon_grid_20260825/visuals/tsla_red_sideways_pearson_heatmap.png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 states retain small positive short-horizon patches, but the red medium-horizon island is muted or reversed and the long-prior/long-forward corner becomes negative.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runs/research_workbench/operator_hypothesis_lab/tsla_er20_conditioned_return_horizon_grid_20260825/green_trending_pearson_matrix.csv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runs/research_workbench/operator_hypothesis_lab/tsla_er20_conditioned_return_horizon_grid_20260825/visuals/tsla_green_trending_pearson_heatmap.png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raw regime contrast is at 15 prior and 5 forward: red correlation +0.173 versus green -0.058, a -0.231 difference. Its slope interaction has raw HAC p=0.029 but BH q=0.919; no interaction survives the grid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runs/research_workbench/operator_hypothesis_lab/tsla_er20_conditioned_return_horizon_grid_20260825/green_minus_red_pearson_matrix.csv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- runs/research_workbench/operator_hypothesis_lab/tsla_er20_conditioned_return_horizon_grid_20260825/slope_interaction_bh_q_value_matrix.csv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runs/research_workbench/operator_hypothesis_lab/tsla_er20_conditioned_return_horizon_grid_20260825/visuals/tsla_green_minus_red_pearson_heatmap.png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Conditioning changes the descriptive map in a coherent way, but the finding remains exploratory. ER20 is built from the same trailing path as the prior-return variable, so a less mechanically entangled filter would be a useful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runs/research_workbench/operator_hypothesis_lab/tsla_er20_conditioned_return_horizon_grid_20260825/report.md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signed-return dependence changes with movement capacity, using the already accepted ATR-percent classifier rather than designing new bins from this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operator_hypothesis_lab/docs/GEN5_HYP_REG_01_1_ATR_PERCENT_VOLATILITY_RESULTS.md</a:t>
            </a:r>
          </a:p>
          <a:p xmlns:a="http://schemas.openxmlformats.org/drawingml/2006/main">
            <a:r>
              <a:t>- operator_hypothesis_lab/docs/TSLA_ATRP_CONDITIONED_RETURN_HORIZON_GRID_2018_2023.md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state definition is reused exactly: Wilder ATR14 divided by close, current ATR-percent ranked against the prior 252 completed observations, and the accepted 30/40–60/70 hysteresis. State t is known before future returns begin.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runs/research_workbench/operator_hypothesis_lab/tsla_atrp_conditioned_return_horizon_grid_20260825/run_spec.csv</a:t>
            </a:r>
          </a:p>
          <a:p xmlns:a="http://schemas.openxmlformats.org/drawingml/2006/main">
            <a:r>
              <a:t>- runs/research_workbench/operator_hypothesis_lab/tsla_atrp_conditioned_return_horizon_grid_20260825/source_checks.csv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companion view makes the accepted volatility classifier visible in price time. Blue, gold, and red mean LOW, MEDIUM, and HIGH movement capacity; they do not mean bearish, neutral, and bullish. The lower panel shows the causal trailing ATR-percent rank and accepted hysteretic state at each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runs/research_workbench/operator_hypothesis_lab/tsla_atrp_conditioned_return_horizon_grid_20260825/visuals/tsla_atrp_state_price_bands.png</a:t>
            </a:r>
          </a:p>
          <a:p xmlns:a="http://schemas.openxmlformats.org/drawingml/2006/main">
            <a:r>
              <a:t>- runs/research_workbench/operator_hypothesis_lab/tsla_atrp_conditioned_return_horizon_grid_20260825/tsla_atrp_state_chart_ledger.csv</a:t>
            </a:r>
          </a:p>
          <a:p xmlns:a="http://schemas.openxmlformats.org/drawingml/2006/main">
            <a:r>
              <a:t>- runs/research_workbench/operator_hypothesis_lab/tsla_atrp_conditioned_return_horizon_grid_20260825/tsla_atrp_state_spans.csv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LOW ATR-percent anchors produce positive point estimates throughout the grid, but the strongest cell's interval crosses zero and no LOW cell survives the within-state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runs/research_workbench/operator_hypothesis_lab/tsla_atrp_conditioned_return_horizon_grid_20260825/low_pearson_matrix.csv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runs/research_workbench/operator_hypothesis_lab/tsla_atrp_conditioned_return_horizon_grid_20260825/visuals/tsla_atrp_low_pearson_heatmap.png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MEDIUM ATR-percent anchors show the most statistically stable continuation pattern. Under the strict correction across all 486 tests, the 5/3, 10/2, and 10/3 cells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runs/research_workbench/operator_hypothesis_lab/tsla_atrp_conditioned_return_horizon_grid_20260825/medium_pearson_matrix.csv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ATR-percent anchors reverse the sign of the broad surface, especially at longer horizons. The most extreme cell is visually strong but its dependence-robust interval still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correlation contrast is -0.548 at 25 prior and 15 forward; its within-family interaction q is 0.038 but strict omnibus q is 0.081. Three smaller HIGH-minus-MEDIUM interactions survive the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runs/research_workbench/operator_hypothesis_lab/tsla_atrp_conditioned_return_horizon_grid_20260825/high_minus_medium_pearson_difference_matrix.csv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- runs/research_workbench/operator_hypothesis_lab/tsla_atrp_conditioned_return_horizon_grid_20260825/high_minus_medium_interaction_bh_q_matrix.csv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runs/research_workbench/operator_hypothesis_lab/tsla_atrp_conditioned_return_horizon_grid_20260825/visuals/tsla_atrp_high_minus_medium_pearson_heatmap.png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ATR-percent split is the clearest conditional map in this descriptive lane and is partially multiplicity-robust, but it is still a same-sample replication candidate rather than a trading rule. The ER20 direction split and external-context filter are bookmarked, not opened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changes one authority only. TSLA still supplies every prior and following return. SPY supplies the already accepted causal ATR-percent state at the anchor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SPY classifier is reused exactly: Wilder ATR14 divided by adjusted close, prior-252 causal percentile, and 30/40 plus 60/70 hysteresis. No state definition or horizon changes after seeing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runs/research_workbench/operator_hypothesis_lab/tsla_spy_atrp_conditioned_return_horizon_grid_20260825/source_checks.csv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price stays TSLA, while every colored band and the lower-panel percentile come from SPY. This visual checks alignment in time; it does not claim that SPY state causes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runs/research_workbench/operator_hypothesis_lab/tsla_spy_atrp_conditioned_return_horizon_grid_20260825/visuals/tsla_spy_atrp_state_price_bands.png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runs/research_workbench/operator_hypothesis_lab/tsla_spy_atrp_conditioned_return_horizon_grid_20260825/tsla_spy_atrp_state_chart_ledger.csv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LOW ATR-percent sessions contain the clearest TSLA continuation geometry. The pattern is broad, but no single within-state cell survives its 81-cell BH-FDR family.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MEDIUM ATR-percent sessions reverse the long-forward portion of the TSLA map. This differs sharply from TSLA's own MEDIUM state, which held the earlier positive continuation island.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HIGH ATR-percent does not reproduce the broad reversal seen under TSLA's own HIGH ATR-percent state. Most cells are mildly positive, with a small negative corner at the longest prior horizons.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runs/research_workbench/operator_hypothesis_lab/tsla_spy_atrp_conditioned_return_horizon_grid_20260825/visuals/tsla_spy_atrp_high_pearson_heatmap.png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direct contrast is LOW continuation versus MEDIUM reversal at 5 prior and 15 forward sessions. Three neighboring MEDIUM-minus-LOW interactions survive their 81-cell family correction, but no pairwise interaction survives the stricter 486-test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runs/research_workbench/operator_hypothesis_lab/tsla_spy_atrp_conditioned_return_horizon_grid_20260825/visuals/tsla_spy_atrp_medium_minus_low_pearson_heatmap.png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External SPY conditioning is coherent enough to justify more descriptive cross-sectional brainstorming, but it does not confirm an edge. LOW is the most portable geometry; MEDIUM changes almost completely; HIGH keeps a related ordering while most signs shift.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- runs/research_workbench/operator_hypothesis_lab/tsla_spy_atrp_conditioned_return_horizon_grid_20260825/report.md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runs/research_workbench/operator_hypothesis_lab/tsla_qqq_atrp_conditioned_return_horizon_grid_20260825/</a:t>
            </a:r>
          </a:p>
          <a:p xmlns:a="http://schemas.openxmlformats.org/drawingml/2006/main">
            <a:r>
              <a:t>Internal Gen5 note: operator_hypothesis_lab/docs/TSLA_QQQ_ATRP_CONDITIONED_RETURN_HORIZON_GRID_2018_2023.md</a:t>
            </a:r>
          </a:p>
          <a:p xmlns:a="http://schemas.openxmlformats.org/drawingml/2006/main">
            <a:r>
              <a:t>Internal Gen5 comparison packet: runs/research_workbench/operator_hypothesis_lab/tsla_atrp_conditioned_return_horizon_grid_20260825/</a:t>
            </a:r>
          </a:p>
          <a:p xmlns:a="http://schemas.openxmlformats.org/drawingml/2006/main">
            <a:r>
              <a:t>Internal Gen5 comparison packet: runs/research_workbench/operator_hypothesis_lab/tsla_spy_atrp_conditioned_return_horizon_grid_20260825/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  <a:p xmlns:a="http://schemas.openxmlformats.org/drawingml/2006/main">
            <a:r>
              <a:t>Internal Gen5 own-return baseline packet: runs/research_workbench/operator_hypothesis_lab/tsla_cumulative_return_horizon_grid_20260825/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Gen5 packet: runs/research_workbench/operator_hypothesis_lab/tsla_qqq_spy_prior_return_horizon_grid_20260825/</a:t>
            </a:r>
          </a:p>
          <a:p xmlns:a="http://schemas.openxmlformats.org/drawingml/2006/main">
            <a:r>
              <a:t>Internal Gen5 note: operator_hypothesis_lab/docs/TSLA_QQQ_SPY_PRIOR_RETURN_HORIZON_GRID_2018_2023.md</a:t>
            </a:r>
          </a:p>
          <a:p xmlns:a="http://schemas.openxmlformats.org/drawingml/2006/main">
            <a:r>
              <a:t>Internal Gen5 comparison packet: runs/research_workbench/operator_hypothesis_lab/tsla_return_horizon_grid_20260824/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pooling negative and positive prior returns hides a branch-specific relationship with future TSLA return.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scripts/inspect/run_tsla_prior_return_sign_asymmetry.R</a:t>
            </a:r>
          </a:p>
          <a:p xmlns:a="http://schemas.openxmlformats.org/drawingml/2006/main">
            <a:r>
              <a:t>- operator_hypothesis_lab/docs/TSLA_PRIOR_RETURN_SIGN_ASYMMETRY_2018_2023.md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split is descriptive, not a trading signal. Keeping the signed scale preserves the distinction between a rebound slope and sign persistence.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runs/research_workbench/operator_hypothesis_lab/tsla_prior_return_sign_asymmetry_20260825/run_spec.csv</a:t>
            </a:r>
          </a:p>
          <a:p xmlns:a="http://schemas.openxmlformats.org/drawingml/2006/main">
            <a:r>
              <a:t>- runs/research_workbench/operator_hypothesis_lab/tsla_prior_return_sign_asymmetry_20260825/family_checks.csv</a:t>
            </a:r>
          </a:p>
          <a:p xmlns:a="http://schemas.openxmlformats.org/drawingml/2006/main">
            <a:r>
              <a:t>- runs/research_workbench/operator_hypothesis_lab/tsla_prior_return_sign_asymmetry_20260825/report.md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negative branch slopes downward: more severe prior losses are associated with stronger next-session rebound. This is not continuation and not a sign-based win-rate 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runs/research_workbench/operator_hypothesis_lab/tsla_prior_return_sign_asymmetry_20260825/one_by_one_branch_summary.csv</a:t>
            </a:r>
          </a:p>
          <a:p xmlns:a="http://schemas.openxmlformats.org/drawingml/2006/main">
            <a:r>
              <a:t>- runs/research_workbench/operator_hypothesis_lab/tsla_prior_return_sign_asymmetry_20260825/one_by_one_asymmetry_test.csv</a:t>
            </a:r>
          </a:p>
          <a:p xmlns:a="http://schemas.openxmlformats.org/drawingml/2006/main">
            <a:r>
              <a:t>- runs/research_workbench/operator_hypothesis_lab/tsla_prior_return_sign_asymmetry_20260825/visuals/tsla_one_by_one_prior_sign_split_scatter.png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Four of 81 direct slope-interaction tests pass BH. The 20-session cells are nested and should be read as one descriptive cluster, not three independent discoveries.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runs/research_workbench/operator_hypothesis_lab/tsla_prior_return_sign_asymmetry_20260825/unfiltered_branch_statistics.csv</a:t>
            </a:r>
          </a:p>
          <a:p xmlns:a="http://schemas.openxmlformats.org/drawingml/2006/main">
            <a:r>
              <a:t>- runs/research_workbench/operator_hypothesis_lab/tsla_prior_return_sign_asymmetry_20260825/unfiltered_asymmetry_tests.csv</a:t>
            </a:r>
          </a:p>
          <a:p xmlns:a="http://schemas.openxmlformats.org/drawingml/2006/main">
            <a:r>
              <a:t>- runs/research_workbench/operator_hypothesis_lab/tsla_prior_return_sign_asymmetry_20260825/visuals/tsla_unfiltered_prior_sign_heatmaps.png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ER20 split produces different-looking surfaces but no multiplicity survivor. ER20 is also not independent of the predictor because both use trailing TSLA prices.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runs/research_workbench/operator_hypothesis_lab/tsla_prior_return_sign_asymmetry_20260825/er20_branch_statistics.csv</a:t>
            </a:r>
          </a:p>
          <a:p xmlns:a="http://schemas.openxmlformats.org/drawingml/2006/main">
            <a:r>
              <a:t>- runs/research_workbench/operator_hypothesis_lab/tsla_prior_return_sign_asymmetry_20260825/er20_asymmetry_tests.csv</a:t>
            </a:r>
          </a:p>
          <a:p xmlns:a="http://schemas.openxmlformats.org/drawingml/2006/main">
            <a:r>
              <a:t>- runs/research_workbench/operator_hypothesis_lab/tsla_prior_return_sign_asymmetry_20260825/visuals/tsla_er20_prior_sign_heatmaps.png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ATR percent identifies a high-volatility adjacent-session survivor and a low-volatility long-horizon cluster. The long-horizon negative branches are relatively small and need outlier and temporal-stability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runs/research_workbench/operator_hypothesis_lab/tsla_prior_return_sign_asymmetry_20260825/atrp_branch_statistics.csv</a:t>
            </a:r>
          </a:p>
          <a:p xmlns:a="http://schemas.openxmlformats.org/drawingml/2006/main">
            <a:r>
              <a:t>- runs/research_workbench/operator_hypothesis_lab/tsla_prior_return_sign_asymmetry_20260825/atrp_asymmetry_tests.csv</a:t>
            </a:r>
          </a:p>
          <a:p xmlns:a="http://schemas.openxmlformats.org/drawingml/2006/main">
            <a:r>
              <a:t>- runs/research_workbench/operator_hypothesis_lab/tsla_prior_return_sign_asymmetry_20260825/visuals/tsla_atrp_prior_sign_heatmaps.png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result earns a narrow confirmation step, not strategy construction. Freeze the surviving cells and inspect outlier dependence and temporal stability before reading economic meaning into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runs/research_workbench/operator_hypothesis_lab/tsla_prior_return_sign_asymmetry_20260825/report.md</a:t>
            </a:r>
          </a:p>
          <a:p xmlns:a="http://schemas.openxmlformats.org/drawingml/2006/main">
            <a:r>
              <a:t>- operator_hypothesis_lab/docs/TSLA_PRIOR_RETURN_SIGN_ASYMMETRY_2018_2023.md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45e8c5b57844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2b5cda18384c3f" /><Relationship Type="http://schemas.openxmlformats.org/officeDocument/2006/relationships/slideLayout" Target="/ppt/slideLayouts/slideLayout1.xml" Id="R3a8043d74ea942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8043d74ea942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139b5be894967" /><Relationship Type="http://schemas.openxmlformats.org/officeDocument/2006/relationships/notesSlide" Target="/ppt/notesSlides/notesSlide1.xml" Id="R389226340f3a4b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46ce3146347ff" /><Relationship Type="http://schemas.openxmlformats.org/officeDocument/2006/relationships/notesSlide" Target="/ppt/notesSlides/notesSlide2.xml" Id="R4554dd6bbea747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b7bc72b4d4289" /><Relationship Type="http://schemas.openxmlformats.org/officeDocument/2006/relationships/notesSlide" Target="/ppt/notesSlides/notesSlide3.xml" Id="R15da54757bab48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b1a7337ba4cef" /><Relationship Type="http://schemas.openxmlformats.org/officeDocument/2006/relationships/image" Target="/ppt/media/image.png" Id="R50f06309805d4b89" /><Relationship Type="http://schemas.openxmlformats.org/officeDocument/2006/relationships/notesSlide" Target="/ppt/notesSlides/notesSlide4.xml" Id="R73ab882b4ea14f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59c96d02549f2" /><Relationship Type="http://schemas.openxmlformats.org/officeDocument/2006/relationships/image" Target="/ppt/media/image2.png" Id="R1ce51dd4985d419a" /><Relationship Type="http://schemas.openxmlformats.org/officeDocument/2006/relationships/notesSlide" Target="/ppt/notesSlides/notesSlide5.xml" Id="Rc9a7d9e9f1e94f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3de9025ae4446" /><Relationship Type="http://schemas.openxmlformats.org/officeDocument/2006/relationships/notesSlide" Target="/ppt/notesSlides/notesSlide6.xml" Id="R3c73f1e18d364b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1b66ab88043d1" /><Relationship Type="http://schemas.openxmlformats.org/officeDocument/2006/relationships/image" Target="/ppt/media/image3.png" Id="R9ca55efd58f0454a" /><Relationship Type="http://schemas.openxmlformats.org/officeDocument/2006/relationships/notesSlide" Target="/ppt/notesSlides/notesSlide7.xml" Id="R10280b6ef32348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f4d01e3074928" /><Relationship Type="http://schemas.openxmlformats.org/officeDocument/2006/relationships/image" Target="/ppt/media/image4.png" Id="Rfebc8faffb5145d2" /><Relationship Type="http://schemas.openxmlformats.org/officeDocument/2006/relationships/notesSlide" Target="/ppt/notesSlides/notesSlide8.xml" Id="R34ef9230c9de47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d69b2a32c4ba5" /><Relationship Type="http://schemas.openxmlformats.org/officeDocument/2006/relationships/image" Target="/ppt/media/image5.png" Id="R7adf0ef23a12427f" /><Relationship Type="http://schemas.openxmlformats.org/officeDocument/2006/relationships/notesSlide" Target="/ppt/notesSlides/notesSlide9.xml" Id="R492f3236b5d04f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839c185634417" /><Relationship Type="http://schemas.openxmlformats.org/officeDocument/2006/relationships/image" Target="/ppt/media/image6.png" Id="R6d5f027ac4864eef" /><Relationship Type="http://schemas.openxmlformats.org/officeDocument/2006/relationships/notesSlide" Target="/ppt/notesSlides/notesSlide10.xml" Id="R8fd861e3459749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18f2b6c054e8d" /><Relationship Type="http://schemas.openxmlformats.org/officeDocument/2006/relationships/notesSlide" Target="/ppt/notesSlides/notesSlide11.xml" Id="Reef544d76dc2467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7993d1cb846d7" /><Relationship Type="http://schemas.openxmlformats.org/officeDocument/2006/relationships/notesSlide" Target="/ppt/notesSlides/notesSlide12.xml" Id="R15db82aecd004e0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4382c3a914e72" /><Relationship Type="http://schemas.openxmlformats.org/officeDocument/2006/relationships/notesSlide" Target="/ppt/notesSlides/notesSlide13.xml" Id="Raa7dcee8b44b44e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1e76f4a1c4004" /><Relationship Type="http://schemas.openxmlformats.org/officeDocument/2006/relationships/image" Target="/ppt/media/image7.png" Id="R1969f55ce9be4499" /><Relationship Type="http://schemas.openxmlformats.org/officeDocument/2006/relationships/notesSlide" Target="/ppt/notesSlides/notesSlide14.xml" Id="Rd765871e644744a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5108744d94316" /><Relationship Type="http://schemas.openxmlformats.org/officeDocument/2006/relationships/image" Target="/ppt/media/image8.png" Id="Rc4dd7c892cff4819" /><Relationship Type="http://schemas.openxmlformats.org/officeDocument/2006/relationships/notesSlide" Target="/ppt/notesSlides/notesSlide15.xml" Id="Rfb054bbe0edf448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ac598cb55430d" /><Relationship Type="http://schemas.openxmlformats.org/officeDocument/2006/relationships/image" Target="/ppt/media/image9.png" Id="R3e8146d303344f72" /><Relationship Type="http://schemas.openxmlformats.org/officeDocument/2006/relationships/notesSlide" Target="/ppt/notesSlides/notesSlide16.xml" Id="R39d832ad5015485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c15d3c1d34867" /><Relationship Type="http://schemas.openxmlformats.org/officeDocument/2006/relationships/notesSlide" Target="/ppt/notesSlides/notesSlide17.xml" Id="R4cb53700094b433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048c01d984d6e" /><Relationship Type="http://schemas.openxmlformats.org/officeDocument/2006/relationships/notesSlide" Target="/ppt/notesSlides/notesSlide18.xml" Id="R29fd570b7423411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914320a3b4b9c" /><Relationship Type="http://schemas.openxmlformats.org/officeDocument/2006/relationships/notesSlide" Target="/ppt/notesSlides/notesSlide19.xml" Id="Ra0b4cdc9ac0549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ded4706724ba1" /><Relationship Type="http://schemas.openxmlformats.org/officeDocument/2006/relationships/image" Target="/ppt/media/image10.png" Id="R33d1059527924b70" /><Relationship Type="http://schemas.openxmlformats.org/officeDocument/2006/relationships/notesSlide" Target="/ppt/notesSlides/notesSlide20.xml" Id="R12ef47a2f20f45c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aa556610a47bd" /><Relationship Type="http://schemas.openxmlformats.org/officeDocument/2006/relationships/image" Target="/ppt/media/image11.png" Id="R545a99d4fbd649fb" /><Relationship Type="http://schemas.openxmlformats.org/officeDocument/2006/relationships/notesSlide" Target="/ppt/notesSlides/notesSlide21.xml" Id="R9056fb9fbba249a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8670f80314c57" /><Relationship Type="http://schemas.openxmlformats.org/officeDocument/2006/relationships/image" Target="/ppt/media/image12.png" Id="R4a5ad4e780894322" /><Relationship Type="http://schemas.openxmlformats.org/officeDocument/2006/relationships/notesSlide" Target="/ppt/notesSlides/notesSlide22.xml" Id="Rf01f297291df4c6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f40e8b27654fda" /><Relationship Type="http://schemas.openxmlformats.org/officeDocument/2006/relationships/notesSlide" Target="/ppt/notesSlides/notesSlide23.xml" Id="R93fd0753228841a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b53dc049a4179" /><Relationship Type="http://schemas.openxmlformats.org/officeDocument/2006/relationships/notesSlide" Target="/ppt/notesSlides/notesSlide24.xml" Id="R92cbc2ae71bc4d1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cf1ac7642479a" /><Relationship Type="http://schemas.openxmlformats.org/officeDocument/2006/relationships/notesSlide" Target="/ppt/notesSlides/notesSlide25.xml" Id="Rd2f71f512416441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84caecb474a38" /><Relationship Type="http://schemas.openxmlformats.org/officeDocument/2006/relationships/image" Target="/ppt/media/image13.png" Id="Rfe01a54d30624b26" /><Relationship Type="http://schemas.openxmlformats.org/officeDocument/2006/relationships/notesSlide" Target="/ppt/notesSlides/notesSlide26.xml" Id="Re92f26fa116f432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29ed534ad455f" /><Relationship Type="http://schemas.openxmlformats.org/officeDocument/2006/relationships/image" Target="/ppt/media/image14.png" Id="R1280ac0bc00643af" /><Relationship Type="http://schemas.openxmlformats.org/officeDocument/2006/relationships/notesSlide" Target="/ppt/notesSlides/notesSlide27.xml" Id="Rb4baac816331491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1c6033adc46b4" /><Relationship Type="http://schemas.openxmlformats.org/officeDocument/2006/relationships/image" Target="/ppt/media/image15.png" Id="R8db59008721f4b43" /><Relationship Type="http://schemas.openxmlformats.org/officeDocument/2006/relationships/notesSlide" Target="/ppt/notesSlides/notesSlide28.xml" Id="R976c408e8952485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b23c0e8914422" /><Relationship Type="http://schemas.openxmlformats.org/officeDocument/2006/relationships/image" Target="/ppt/media/image16.png" Id="R9ed11d7042ea468a" /><Relationship Type="http://schemas.openxmlformats.org/officeDocument/2006/relationships/notesSlide" Target="/ppt/notesSlides/notesSlide29.xml" Id="R040c536b74744a9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b0a0860654c60" /><Relationship Type="http://schemas.openxmlformats.org/officeDocument/2006/relationships/image" Target="/ppt/media/image17.png" Id="R1288f79295b849b7" /><Relationship Type="http://schemas.openxmlformats.org/officeDocument/2006/relationships/notesSlide" Target="/ppt/notesSlides/notesSlide30.xml" Id="R884cabd7775545e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d42dd7eee46cf" /><Relationship Type="http://schemas.openxmlformats.org/officeDocument/2006/relationships/notesSlide" Target="/ppt/notesSlides/notesSlide31.xml" Id="R808de0b909894b9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5e7741d98f4e2d" /><Relationship Type="http://schemas.openxmlformats.org/officeDocument/2006/relationships/notesSlide" Target="/ppt/notesSlides/notesSlide32.xml" Id="Rd7ea9d0f36494ec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b547157a64c14" /><Relationship Type="http://schemas.openxmlformats.org/officeDocument/2006/relationships/notesSlide" Target="/ppt/notesSlides/notesSlide33.xml" Id="R12b1eb2eddca42c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11e883bd84a3b" /><Relationship Type="http://schemas.openxmlformats.org/officeDocument/2006/relationships/image" Target="/ppt/media/image18.png" Id="Rc6a94a625ceb484e" /><Relationship Type="http://schemas.openxmlformats.org/officeDocument/2006/relationships/image" Target="/ppt/media/image19.png" Id="R4ad055e91ceb4dcc" /><Relationship Type="http://schemas.openxmlformats.org/officeDocument/2006/relationships/notesSlide" Target="/ppt/notesSlides/notesSlide34.xml" Id="R7a2bd5af85ec4f0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88f50d7284c06" /><Relationship Type="http://schemas.openxmlformats.org/officeDocument/2006/relationships/image" Target="/ppt/media/image20.png" Id="R651b19423f174ef8" /><Relationship Type="http://schemas.openxmlformats.org/officeDocument/2006/relationships/image" Target="/ppt/media/image21.png" Id="Raf8f37a4abc64b0a" /><Relationship Type="http://schemas.openxmlformats.org/officeDocument/2006/relationships/notesSlide" Target="/ppt/notesSlides/notesSlide35.xml" Id="R9d4c4d9e19a541a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4a0b02d244534" /><Relationship Type="http://schemas.openxmlformats.org/officeDocument/2006/relationships/image" Target="/ppt/media/image22.png" Id="Rb8800e44d7bb4ba1" /><Relationship Type="http://schemas.openxmlformats.org/officeDocument/2006/relationships/image" Target="/ppt/media/image23.png" Id="R6c77f2c9a2f546bd" /><Relationship Type="http://schemas.openxmlformats.org/officeDocument/2006/relationships/notesSlide" Target="/ppt/notesSlides/notesSlide36.xml" Id="R67f70ac5e03a4ca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de2f73e844fed" /><Relationship Type="http://schemas.openxmlformats.org/officeDocument/2006/relationships/image" Target="/ppt/media/image24.png" Id="R37445308f773470a" /><Relationship Type="http://schemas.openxmlformats.org/officeDocument/2006/relationships/image" Target="/ppt/media/image25.png" Id="Rbea82cb9d6494cc5" /><Relationship Type="http://schemas.openxmlformats.org/officeDocument/2006/relationships/notesSlide" Target="/ppt/notesSlides/notesSlide37.xml" Id="Rad00882076a54e5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525e836e84151" /><Relationship Type="http://schemas.openxmlformats.org/officeDocument/2006/relationships/image" Target="/ppt/media/image26.png" Id="R273d2c31a4554b4f" /><Relationship Type="http://schemas.openxmlformats.org/officeDocument/2006/relationships/image" Target="/ppt/media/image27.png" Id="R25982525cf424ac8" /><Relationship Type="http://schemas.openxmlformats.org/officeDocument/2006/relationships/notesSlide" Target="/ppt/notesSlides/notesSlide38.xml" Id="R84e22981cef34f4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92c2366264028" /><Relationship Type="http://schemas.openxmlformats.org/officeDocument/2006/relationships/notesSlide" Target="/ppt/notesSlides/notesSlide39.xml" Id="R1fe160417dc048d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c30fe41b724d53" /><Relationship Type="http://schemas.openxmlformats.org/officeDocument/2006/relationships/notesSlide" Target="/ppt/notesSlides/notesSlide40.xml" Id="R3886ddcc01054e8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91143dd6fe4553" /><Relationship Type="http://schemas.openxmlformats.org/officeDocument/2006/relationships/notesSlide" Target="/ppt/notesSlides/notesSlide41.xml" Id="Rb49f4b14f91d4ef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9cd70807c4f5d" /><Relationship Type="http://schemas.openxmlformats.org/officeDocument/2006/relationships/image" Target="/ppt/media/image18.png" Id="R7d5874e1549e4fdd" /><Relationship Type="http://schemas.openxmlformats.org/officeDocument/2006/relationships/image" Target="/ppt/media/image28.png" Id="R4a5b517326c842b0" /><Relationship Type="http://schemas.openxmlformats.org/officeDocument/2006/relationships/notesSlide" Target="/ppt/notesSlides/notesSlide42.xml" Id="Rc11ff9cda70740d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f696bb801c442c" /><Relationship Type="http://schemas.openxmlformats.org/officeDocument/2006/relationships/image" Target="/ppt/media/image20.png" Id="Rc72716444ebd4a8e" /><Relationship Type="http://schemas.openxmlformats.org/officeDocument/2006/relationships/image" Target="/ppt/media/image29.png" Id="Rdcea41463c414a9d" /><Relationship Type="http://schemas.openxmlformats.org/officeDocument/2006/relationships/notesSlide" Target="/ppt/notesSlides/notesSlide43.xml" Id="Re5730cdb9e4e41c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8184d39ab4b85" /><Relationship Type="http://schemas.openxmlformats.org/officeDocument/2006/relationships/image" Target="/ppt/media/image22.png" Id="R5560e2d452ca4504" /><Relationship Type="http://schemas.openxmlformats.org/officeDocument/2006/relationships/image" Target="/ppt/media/image30.png" Id="Rc001538ae8b74eae" /><Relationship Type="http://schemas.openxmlformats.org/officeDocument/2006/relationships/notesSlide" Target="/ppt/notesSlides/notesSlide44.xml" Id="R3b9a4182d11047f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9703be02cd46c9" /><Relationship Type="http://schemas.openxmlformats.org/officeDocument/2006/relationships/image" Target="/ppt/media/image24.png" Id="R2b008e979fbf4197" /><Relationship Type="http://schemas.openxmlformats.org/officeDocument/2006/relationships/image" Target="/ppt/media/image31.png" Id="R346b39059d974458" /><Relationship Type="http://schemas.openxmlformats.org/officeDocument/2006/relationships/notesSlide" Target="/ppt/notesSlides/notesSlide45.xml" Id="R2fc6757ba5cc41b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f418fb38540bf" /><Relationship Type="http://schemas.openxmlformats.org/officeDocument/2006/relationships/image" Target="/ppt/media/image26.png" Id="R589552899bff4538" /><Relationship Type="http://schemas.openxmlformats.org/officeDocument/2006/relationships/image" Target="/ppt/media/image32.png" Id="R1cda81c2c2394560" /><Relationship Type="http://schemas.openxmlformats.org/officeDocument/2006/relationships/notesSlide" Target="/ppt/notesSlides/notesSlide46.xml" Id="Rd764893f18ee4d98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b32c47164f40c4" /><Relationship Type="http://schemas.openxmlformats.org/officeDocument/2006/relationships/notesSlide" Target="/ppt/notesSlides/notesSlide47.xml" Id="Rcf2f077f93a54939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ebdf624a64ce2" /><Relationship Type="http://schemas.openxmlformats.org/officeDocument/2006/relationships/notesSlide" Target="/ppt/notesSlides/notesSlide48.xml" Id="Rc0c82dfb901b495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5a125bd3e458c" /><Relationship Type="http://schemas.openxmlformats.org/officeDocument/2006/relationships/notesSlide" Target="/ppt/notesSlides/notesSlide49.xml" Id="R77b0b5c0bb42433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a6f77f2c84aa5" /><Relationship Type="http://schemas.openxmlformats.org/officeDocument/2006/relationships/image" Target="/ppt/media/image20.png" Id="R3b8b3ef55e534983" /><Relationship Type="http://schemas.openxmlformats.org/officeDocument/2006/relationships/image" Target="/ppt/media/image33.png" Id="R2b73052a21b34ff3" /><Relationship Type="http://schemas.openxmlformats.org/officeDocument/2006/relationships/notesSlide" Target="/ppt/notesSlides/notesSlide50.xml" Id="R10e6ad1bc4ba4084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f3fd60b314dc6" /><Relationship Type="http://schemas.openxmlformats.org/officeDocument/2006/relationships/image" Target="/ppt/media/image20.png" Id="Rd45ed4417cc4489a" /><Relationship Type="http://schemas.openxmlformats.org/officeDocument/2006/relationships/image" Target="/ppt/media/image34.png" Id="R2308d59912454e16" /><Relationship Type="http://schemas.openxmlformats.org/officeDocument/2006/relationships/notesSlide" Target="/ppt/notesSlides/notesSlide51.xml" Id="R5c194db2aa744497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b4791767b4954" /><Relationship Type="http://schemas.openxmlformats.org/officeDocument/2006/relationships/image" Target="/ppt/media/image26.png" Id="R04a49eccbcf64f63" /><Relationship Type="http://schemas.openxmlformats.org/officeDocument/2006/relationships/image" Target="/ppt/media/image35.png" Id="R139d5a7978884d04" /><Relationship Type="http://schemas.openxmlformats.org/officeDocument/2006/relationships/notesSlide" Target="/ppt/notesSlides/notesSlide52.xml" Id="Re68d5efc9635449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bd57508ba4e11" /><Relationship Type="http://schemas.openxmlformats.org/officeDocument/2006/relationships/image" Target="/ppt/media/image7.png" Id="Rfe48bba039ec48a0" /><Relationship Type="http://schemas.openxmlformats.org/officeDocument/2006/relationships/image" Target="/ppt/media/image36.png" Id="R2b07ecdd5d214066" /><Relationship Type="http://schemas.openxmlformats.org/officeDocument/2006/relationships/notesSlide" Target="/ppt/notesSlides/notesSlide53.xml" Id="Rc5d395c461e649d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26065cf6f466b" /><Relationship Type="http://schemas.openxmlformats.org/officeDocument/2006/relationships/notesSlide" Target="/ppt/notesSlides/notesSlide54.xml" Id="Rcd699836a3034792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e189216d64c0c" /><Relationship Type="http://schemas.openxmlformats.org/officeDocument/2006/relationships/notesSlide" Target="/ppt/notesSlides/notesSlide55.xml" Id="R2cb6b0e3360c4a12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3898c17824050" /><Relationship Type="http://schemas.openxmlformats.org/officeDocument/2006/relationships/notesSlide" Target="/ppt/notesSlides/notesSlide56.xml" Id="Rb305a62406b847cc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b794f14fa4f72" /><Relationship Type="http://schemas.openxmlformats.org/officeDocument/2006/relationships/image" Target="/ppt/media/image37.png" Id="R70e024269232436e" /><Relationship Type="http://schemas.openxmlformats.org/officeDocument/2006/relationships/image" Target="/ppt/media/image38.png" Id="Rb99f2bb649e14629" /><Relationship Type="http://schemas.openxmlformats.org/officeDocument/2006/relationships/notesSlide" Target="/ppt/notesSlides/notesSlide57.xml" Id="R4b7780eb87644b4b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13ccd19bfd43c7" /><Relationship Type="http://schemas.openxmlformats.org/officeDocument/2006/relationships/image" Target="/ppt/media/image7.png" Id="R75835bb4d3b14983" /><Relationship Type="http://schemas.openxmlformats.org/officeDocument/2006/relationships/image" Target="/ppt/media/image39.png" Id="R0b7a92f8e8084c11" /><Relationship Type="http://schemas.openxmlformats.org/officeDocument/2006/relationships/notesSlide" Target="/ppt/notesSlides/notesSlide58.xml" Id="Re294387e236b479d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a0146d0e14901" /><Relationship Type="http://schemas.openxmlformats.org/officeDocument/2006/relationships/image" Target="/ppt/media/image40.png" Id="Ra927645679434836" /><Relationship Type="http://schemas.openxmlformats.org/officeDocument/2006/relationships/image" Target="/ppt/media/image41.png" Id="R1071046c5d734920" /><Relationship Type="http://schemas.openxmlformats.org/officeDocument/2006/relationships/notesSlide" Target="/ppt/notesSlides/notesSlide59.xml" Id="R31583396feab420e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b64cad1f44a72" /><Relationship Type="http://schemas.openxmlformats.org/officeDocument/2006/relationships/image" Target="/ppt/media/image42.png" Id="R1bf223b6823e49c5" /><Relationship Type="http://schemas.openxmlformats.org/officeDocument/2006/relationships/image" Target="/ppt/media/image43.png" Id="R556b8a70fd8e405c" /><Relationship Type="http://schemas.openxmlformats.org/officeDocument/2006/relationships/notesSlide" Target="/ppt/notesSlides/notesSlide60.xml" Id="R435bc768501b4c4b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972a8a7bfc40e1" /><Relationship Type="http://schemas.openxmlformats.org/officeDocument/2006/relationships/notesSlide" Target="/ppt/notesSlides/notesSlide61.xml" Id="R215d0fa909234e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06309805d4b89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51dd4985d419a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a55efd58f0454a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c8faffb5145d2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df0ef23a12427f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5f027ac4864eef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one session is simply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too noisy?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Aggregate the past. Aggregate the future. Keep the boundary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Predeclared prior and forward horizons: 1, 2, 3, 4, 5, 10, 15, 20, and 25 sessions. No cell becomes a strategy.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fixed 9 x 9 surface tests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R-(p)  versus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prior window ends at the anchor close. The forward window begins after it—no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predeclared horizon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BH-FDR plus Bonferroni across 81 cells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correlation matrix; no BH-FDR q-value is below 0.05.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69f55ce9be4499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ridge is weak and statistically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Pearson: 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[-0.003, +0.188]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overlap-aware HAC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0.852%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maximum R-squared across 81 cells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dd7c892cff4819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 differences also fail the 81-cell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+8.1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raw-sign difference with p &lt; 0.05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direction cells with BH-FDR q &lt; 0.05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Best raw direction p = 0.025 at 10 prior / 3 forward.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BH q = 0.554; nested horizons share data.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146d303344f72"/>
          <a:stretch xmlns:a="http://schemas.openxmlformats.org/drawingml/2006/main"/>
        </p:blipFill>
        <p:spPr>
          <a:xfrm xmlns:a="http://schemas.openxmlformats.org/drawingml/2006/main" flipH="0" flipV="0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the aggregation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GRID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coherent positive ridge appears near 5–10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Pearson +0.092 at 5 prior / 10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Every signed-return interval still includes zero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BH-FDR or Bonferroni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4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Probability shifts are larger but not multiplicity-stable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Best raw p=0.025; BH q=0.554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the 5–10-session ridge deserve one frozen replication, or does this descriptive lane stop here?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REGIME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aggregation mixes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incompatible path states?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ER20 color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 and green inherit the prior POC's fixed 20-session metric and 0.30 cutoff.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ER20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anchor is labeled from closes through t. Prior return ends at t;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path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20-session log-price 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&lt; 0.30 (sideways)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&gt;= 0.30 (trending)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 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and prior return share trailing price data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ER20 states expose a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Red/sideways matrix; strongest cell +0.173 at 15 prior / 5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d1059527924b7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Green ER20 states suppress the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Green/trending matrix; long/long cells turn negative; strongest absolute cell -0.154.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a99d4fbd649fb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 split is coherent, but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-0.231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15 prior / 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 = 0.029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raw HAC slope-interaction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interaction cells with BH-FDR q &lt; 0.05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5ad4e780894322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changes the map, but not the evidentiary stop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RED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positive island appears around 10–15 prior / 3–10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+0.173 at 15 prior / 5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GREEN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is muted or reversed; long/long turns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 / 5 = -0.058; 25 / 25 = -0.154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regime-specific or interaction result survives the 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red; 0/81 green; 0/81 interactions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15-prior / 5-forward for separate replication—or first test a regime filter less entangled with prior return?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VOLATILITY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movement capacity separate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continuation from reversal?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4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Reuse the accepted ATR% state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LOW, MEDIUM, and HIGH inherit HYP-REG-01.1's fixed causal classifier.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6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accepted ATR%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ATR% state is assigned at anchor close t. Prior return ends at t; following return begins after t. It measures capacity—not direction.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volatility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shows movement capacity—not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state uses Wilder ATR14 / close, ranked against the prior 252 completed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Blue marks LOW, gold MEDIUM, and red HIGH movement capacity. Price and the causal trailing ATR% rank are shown together.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01a54d30624b26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ATR% is broadly positive, but no cell passes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strongest +0.198 at 10 prior / 25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80ac0bc00643af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MEDIUM ATR% contains the stable continuation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21/81 within-state BH passes; strict survivors cluster at 5–10 prior / 2–3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b59008721f4b4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ATR% flips the surface toward reversal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negative; strongest -0.301 at 20 prior / 20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d11d7042ea468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and MEDIUM contain direct state differences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-0.548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25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HIGH-minus-MEDIUM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3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88f79295b849b7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3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changes the map—and leaves a replication candidate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All cells are positive, but none survive the within-state scan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+0.198; 0/81 BH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continuation island survives around 5–10 prior / 2–3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21/81 family; 3 strict omnibus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surface broadly reverses, especially at longer horizons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negative; max |r| = 0.301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Bookmarked next questions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Replicate ATR% on a frozen sample. Then split green ER20 into up/down direction and test external market context.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SPY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SPY's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SPY ATR% before reading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SPY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SPY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SPY state uses Wilder ATR14 / close, ranked against the prior 252 completed SPY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SPY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a94a625ceb484e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055e91ceb4dcc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reveals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+0.228 at 5 prior / 10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b19423f174ef8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8f37a4abc64b0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MEDIUM turns long-forward returns negative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67/81 cells negative; strongest -0.191 at 15 prior / 20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00e44d7bb4ba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7f2c9a2f546bd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HIGH leaves a mild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60/81 cells positive; max |r| = 0.103 at 25 prior / 15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45308f773470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a82cb9d6494cc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-0.389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d2c31a4554b4f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982525cf424ac8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context changes the map—but confirms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SPY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Broadly preserves the positive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same sign vs own LOW; mean r +0.091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Reverses the own-asset MEDIUM 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14/81 same sign; mean r -0.058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0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and mixed—not broad TSLA reversal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25/81 same sign; mean r +0.031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External context is a promising descriptive axis. Next: brainstorm cross-sectional cues; keep replication and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QUASI-EXTERNAL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QQQ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56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QQQ's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QQQ is quasi-external;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QQQ ATR% to read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QQQ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QQQ state uses Wilder ATR14 / close, ranked against the prior 252 completed QQQ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QQQ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5874e1549e4fdd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5b517326c842b0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reveals broad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positive; strongest +0.260 at 10 prior / 5 forward; family q = 0.051,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2716444ebd4a8e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ea41463c414a9d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MEDIUM weakens at longer horizons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cells positive; long/long cells turn negative; strongest -0.224 at 20 prior / 25 forward;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0e2d452ca4504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01538ae8b74eae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HIGH leaves a mild negative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cells negative; max |r| = 0.112 at 25 prior / 15 forward; 0/81 within-state BH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08e979fbf419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b39059d974458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-0.342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10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0.274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552899bff4538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a81c2c2394560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reshapes TSLA returns—but leaves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QQQ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Preserves the broad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positive; 77/81 same sign vs own; mean r +0.123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QQQ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Weakens own-asset MEDIUM; long horizons turn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44/81 positive; 44/81 same sign vs own; mean r -0.010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negative map; closer to TSLA-own HIGH than SPY HIGH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59/81 negative; 63/81 same sign vs own; mean r -0.022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is a coherent quasi-external axis—not independent evidence. Next: frozen QQQ/SPY lead–lag grid; keep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CROSS-ASSET PRIOR RETURNS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prior market return foreshadow TSLA?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Compare QQQ and SPY return windows ending at the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Same TSLA target, sample, horizons, timing boundary, and uncertainty. No relative-strength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8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market return ends before TSLA's future begins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QQQ / SPY R−(p)  →  TSLA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market-return window ends at anchor close t. TSLA's following return begins after 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prior-return authorities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cross-asset surface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Predictors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QQQ and SPY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Prior windows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6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Following TSLA cumulative log return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81 each; 162 pooled BH tests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QQQ return reveals a medium-horizon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+0.134 at 10 prior / 10 forward; family q = 0.361,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8b3ef55e53498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73052a21b34ff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Prior SPY return traces the same, weaker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70/81 cells positive; strongest +0.111 at 10 prior / 5 forward; family q = 0.662, so 0/81 passes.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ed4417cc4489a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8d59912454e16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and SPY maps differ only modestly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+0.035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QQQ-minus-SPY change: 15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79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cells with the same correlation 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 = 0.947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cellwise correlation between the two maps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49eccbcf64f63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9d5a7978884d04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4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QQQ and SPY largely reproduce TSLA's own horizon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Map correlation vs TSLA-own: QQQ +0.906, SPY +0.965; no external BH survivor.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48bba039ec48a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475D3-61B6-47E4-B4AF-667A5724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A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7ecdd5d214066"/>
          <a:stretch xmlns:a="http://schemas.openxmlformats.org/drawingml/2006/main"/>
        </p:blipFill>
        <p:spPr>
          <a:xfrm xmlns:a="http://schemas.openxmlformats.org/drawingml/2006/main">
            <a:off x="1000125" y="1581150"/>
            <a:ext cx="10191750" cy="3838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prior returns reveal shared geometry—not a lead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QQQ PRIOR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43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Positive island peaks around 5–10 prior / 5–10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positive; max r +0.134; 0/81 family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PRIOR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Nearly the same surface, with slightly weaker point estimates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70/81 positive; max r +0.111; 0/81 family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TSLA-OWN BASELINE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already exists in TSLA's own prior-return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QQQ/own map r +0.906; SPY/own r +0.965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Shared trend geometry is a useful clue, but no distinct external lead or multiplicity survivor is established. Keep the strategy gate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SIGN ASYMMETRY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the aggregate map mix losses and gains?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9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Split the same signed prior return at zero—without changing its scale.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Same TSLA sample, horizons, timing, ER20, and ATR% states. No rule or post-2023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Loss and gain branches share one signed return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X &lt; 0  versus  X &gt;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Negative values stay negative. A joint interaction model allows both the intercept and slope to differ across the two branches.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conditioning surfaces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asymmetry surface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Branches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Negative and positive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Prior windows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6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Following TSLA cumulative log return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81 / 162 / 243 direct BH tests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1×1 survivor is rebound geometry after losses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Negative slope −0.182 vs positive +0.053; difference +0.235, 81-cell BH q=0.044. Up odds: 52.9% vs 52.1%.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024269232436e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9f2bb649e14629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 unfiltered cells survive the BH asymmetry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1/1 and a 20-prior / 4–10-forward cluster survive; negative branches reverse while positive branches stay near zero.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835bb4d3b1498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475D3-61B6-47E4-B4AF-667A5724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A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7a92f8e8084c11"/>
          <a:stretch xmlns:a="http://schemas.openxmlformats.org/drawingml/2006/main"/>
        </p:blipFill>
        <p:spPr>
          <a:xfrm xmlns:a="http://schemas.openxmlformats.org/drawingml/2006/main" flipH="0" flipV="0">
            <a:off x="1000125" y="1581150"/>
            <a:ext cx="10191750" cy="38385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718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reorganizes the branches, but no asymmetry survives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0/162 direct slope interactions pass BH; ER20 and prior return share trailing TSLA path data.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7645679434836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1046c5d73492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isolates two clusters—but not a rule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HIGH 1/1 plus LOW 20–25 prior / 15–20 forward: 5/243 pass BH. LOW loss branches have only 165–167 observations.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223b6823e49c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b8a70fd8e405c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split reveals rebound geometry—not momentum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ADJACENT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1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Rebound slope after losses—not sign persistence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q=0.044; up odds 52.9% after loss vs 52.1% after gain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UNFILTERED 9×9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4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Coherent 20-prior / 4–10-forward rebound cluster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4/81 BH passes; nested horizons share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REGIME SPLITS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none; ATR% HIGH 1×1 plus LOW long-horizon cluster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0/162 ER20; 5/243 ATR%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novel in-sample asymmetry worth frozen sensitivity—not a trading rule. Keep the strategy gate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2026-08-26T06:07:52.1470000Z</dcterms:created>
  <dcterms:modified xsi:type="dcterms:W3CDTF">2026-08-26T06:07:52.1480000Z</dcterms:modified>
</coreProperties>
</file>