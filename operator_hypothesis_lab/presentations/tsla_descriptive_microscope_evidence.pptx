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73069e4da746cc" /><Relationship Type="http://schemas.openxmlformats.org/officeDocument/2006/relationships/extended-properties" Target="/docProps/app.xml" Id="R8767a70e8c9942bf" /><Relationship Type="http://schemas.openxmlformats.org/officeDocument/2006/relationships/officeDocument" Target="/ppt/presentation.xml" Id="R9f17f44d41d64256" /></Relationships>
</file>

<file path=ppt/presentation.xml><?xml version="1.0" encoding="utf-8"?>
<p:presentation xmlns:p="http://schemas.openxmlformats.org/presentationml/2006/main">
  <p:sldMasterIdLst>
    <p:sldMasterId xmlns:r="http://schemas.openxmlformats.org/officeDocument/2006/relationships" id="2147483648" r:id="Rd6721aa434684b8c"/>
  </p:sldMasterIdLst>
  <p:notesMasterIdLst>
    <p:notesMasterId xmlns:r="http://schemas.openxmlformats.org/officeDocument/2006/relationships" r:id="R95af8d94b2f8442f"/>
  </p:notesMasterIdLst>
  <p:sldIdLst>
    <p:sldId xmlns:r="http://schemas.openxmlformats.org/officeDocument/2006/relationships" id="256" r:id="R7eb3feb47bf246c0"/>
    <p:sldId xmlns:r="http://schemas.openxmlformats.org/officeDocument/2006/relationships" id="257" r:id="Rc8de916ed7eb424b"/>
    <p:sldId xmlns:r="http://schemas.openxmlformats.org/officeDocument/2006/relationships" id="258" r:id="R23abce21e9194e0d"/>
    <p:sldId xmlns:r="http://schemas.openxmlformats.org/officeDocument/2006/relationships" id="259" r:id="R22737524cd68451b"/>
    <p:sldId xmlns:r="http://schemas.openxmlformats.org/officeDocument/2006/relationships" id="260" r:id="Rfaeeb17e24c4439a"/>
    <p:sldId xmlns:r="http://schemas.openxmlformats.org/officeDocument/2006/relationships" id="261" r:id="R519762285a71450b"/>
    <p:sldId xmlns:r="http://schemas.openxmlformats.org/officeDocument/2006/relationships" id="262" r:id="Re208b6189f944e8a"/>
    <p:sldId xmlns:r="http://schemas.openxmlformats.org/officeDocument/2006/relationships" id="263" r:id="Rba7c274747384e71"/>
    <p:sldId xmlns:r="http://schemas.openxmlformats.org/officeDocument/2006/relationships" id="264" r:id="Rddd16a8d4c1241ed"/>
    <p:sldId xmlns:r="http://schemas.openxmlformats.org/officeDocument/2006/relationships" id="265" r:id="Rf0d10de796d54d9c"/>
    <p:sldId xmlns:r="http://schemas.openxmlformats.org/officeDocument/2006/relationships" id="266" r:id="R1509f22cdd21412e"/>
    <p:sldId xmlns:r="http://schemas.openxmlformats.org/officeDocument/2006/relationships" id="267" r:id="Rd1960ae386cd472a"/>
    <p:sldId xmlns:r="http://schemas.openxmlformats.org/officeDocument/2006/relationships" id="268" r:id="R2de4be9eb6e340dd"/>
    <p:sldId xmlns:r="http://schemas.openxmlformats.org/officeDocument/2006/relationships" id="269" r:id="R3c7d1339c31c4ad7"/>
    <p:sldId xmlns:r="http://schemas.openxmlformats.org/officeDocument/2006/relationships" id="270" r:id="R77176160af94433b"/>
    <p:sldId xmlns:r="http://schemas.openxmlformats.org/officeDocument/2006/relationships" id="271" r:id="R4662ff3bab2b4d6a"/>
    <p:sldId xmlns:r="http://schemas.openxmlformats.org/officeDocument/2006/relationships" id="272" r:id="Rcd82bb13d6e34926"/>
    <p:sldId xmlns:r="http://schemas.openxmlformats.org/officeDocument/2006/relationships" id="273" r:id="Rde14fee16a184748"/>
    <p:sldId xmlns:r="http://schemas.openxmlformats.org/officeDocument/2006/relationships" id="274" r:id="R232210667e7a4507"/>
    <p:sldId xmlns:r="http://schemas.openxmlformats.org/officeDocument/2006/relationships" id="275" r:id="Rf4d9b69dd743479d"/>
    <p:sldId xmlns:r="http://schemas.openxmlformats.org/officeDocument/2006/relationships" id="276" r:id="Rd98b3e565f724cd3"/>
    <p:sldId xmlns:r="http://schemas.openxmlformats.org/officeDocument/2006/relationships" id="277" r:id="R865cd9375bb448a7"/>
    <p:sldId xmlns:r="http://schemas.openxmlformats.org/officeDocument/2006/relationships" id="278" r:id="R80afd4f97f2b41bd"/>
    <p:sldId xmlns:r="http://schemas.openxmlformats.org/officeDocument/2006/relationships" id="279" r:id="Rb53e61053b744111"/>
    <p:sldId xmlns:r="http://schemas.openxmlformats.org/officeDocument/2006/relationships" id="280" r:id="R921d9dc7923c4fe3"/>
    <p:sldId xmlns:r="http://schemas.openxmlformats.org/officeDocument/2006/relationships" id="281" r:id="Rd9ed086b8ec54b88"/>
    <p:sldId xmlns:r="http://schemas.openxmlformats.org/officeDocument/2006/relationships" id="282" r:id="Rd6fc2d3aec0c4b61"/>
    <p:sldId xmlns:r="http://schemas.openxmlformats.org/officeDocument/2006/relationships" id="283" r:id="R2507db194bc44367"/>
    <p:sldId xmlns:r="http://schemas.openxmlformats.org/officeDocument/2006/relationships" id="284" r:id="R451722b799f041e2"/>
    <p:sldId xmlns:r="http://schemas.openxmlformats.org/officeDocument/2006/relationships" id="285" r:id="Rb3cabc4381fa4852"/>
    <p:sldId xmlns:r="http://schemas.openxmlformats.org/officeDocument/2006/relationships" id="286" r:id="Rb3f21dba541b4d05"/>
    <p:sldId xmlns:r="http://schemas.openxmlformats.org/officeDocument/2006/relationships" id="287" r:id="R976c9ae84b8a4ad5"/>
    <p:sldId xmlns:r="http://schemas.openxmlformats.org/officeDocument/2006/relationships" id="288" r:id="R4cd1b917e21746f0"/>
    <p:sldId xmlns:r="http://schemas.openxmlformats.org/officeDocument/2006/relationships" id="289" r:id="R2a078c116e2c4396"/>
    <p:sldId xmlns:r="http://schemas.openxmlformats.org/officeDocument/2006/relationships" id="290" r:id="R8086744a41354cab"/>
    <p:sldId xmlns:r="http://schemas.openxmlformats.org/officeDocument/2006/relationships" id="291" r:id="R94c3352c753f435c"/>
    <p:sldId xmlns:r="http://schemas.openxmlformats.org/officeDocument/2006/relationships" id="292" r:id="Ra9bea86513d442a5"/>
    <p:sldId xmlns:r="http://schemas.openxmlformats.org/officeDocument/2006/relationships" id="293" r:id="R117cf1b29e604b31"/>
    <p:sldId xmlns:r="http://schemas.openxmlformats.org/officeDocument/2006/relationships" id="294" r:id="R5ce49c3078284cc7"/>
    <p:sldId xmlns:r="http://schemas.openxmlformats.org/officeDocument/2006/relationships" id="295" r:id="Rba201e5bc0f54155"/>
    <p:sldId xmlns:r="http://schemas.openxmlformats.org/officeDocument/2006/relationships" id="296" r:id="R483ccb5656cb45bc"/>
    <p:sldId xmlns:r="http://schemas.openxmlformats.org/officeDocument/2006/relationships" id="297" r:id="R78237b02013e4952"/>
    <p:sldId xmlns:r="http://schemas.openxmlformats.org/officeDocument/2006/relationships" id="298" r:id="R8fbbdea8e49a4f29"/>
    <p:sldId xmlns:r="http://schemas.openxmlformats.org/officeDocument/2006/relationships" id="299" r:id="Rab9f93ee538a44ea"/>
    <p:sldId xmlns:r="http://schemas.openxmlformats.org/officeDocument/2006/relationships" id="300" r:id="Rab14c41da0174b65"/>
    <p:sldId xmlns:r="http://schemas.openxmlformats.org/officeDocument/2006/relationships" id="301" r:id="R88592c4960a64ac4"/>
    <p:sldId xmlns:r="http://schemas.openxmlformats.org/officeDocument/2006/relationships" id="302" r:id="R6d0966e98ea94467"/>
    <p:sldId xmlns:r="http://schemas.openxmlformats.org/officeDocument/2006/relationships" id="303" r:id="Rcd29881bc5584f24"/>
    <p:sldId xmlns:r="http://schemas.openxmlformats.org/officeDocument/2006/relationships" id="304" r:id="R8d554463402a4de7"/>
    <p:sldId xmlns:r="http://schemas.openxmlformats.org/officeDocument/2006/relationships" id="305" r:id="R500b2625221a4eda"/>
    <p:sldId xmlns:r="http://schemas.openxmlformats.org/officeDocument/2006/relationships" id="306" r:id="Rf61cf1d0fe5b4dc2"/>
    <p:sldId xmlns:r="http://schemas.openxmlformats.org/officeDocument/2006/relationships" id="307" r:id="R3c421fc4cd78406d"/>
    <p:sldId xmlns:r="http://schemas.openxmlformats.org/officeDocument/2006/relationships" id="308" r:id="Rd91ebdab7c95491c"/>
    <p:sldId xmlns:r="http://schemas.openxmlformats.org/officeDocument/2006/relationships" id="309" r:id="Rdd3425d66e2e4294"/>
    <p:sldId xmlns:r="http://schemas.openxmlformats.org/officeDocument/2006/relationships" id="310" r:id="Rb933cf94f17c40a6"/>
    <p:sldId xmlns:r="http://schemas.openxmlformats.org/officeDocument/2006/relationships" id="311" r:id="R69796338c69944d1"/>
    <p:sldId xmlns:r="http://schemas.openxmlformats.org/officeDocument/2006/relationships" id="312" r:id="R8532be986f314a82"/>
    <p:sldId xmlns:r="http://schemas.openxmlformats.org/officeDocument/2006/relationships" id="313" r:id="Rb6786b56be16475d"/>
    <p:sldId xmlns:r="http://schemas.openxmlformats.org/officeDocument/2006/relationships" id="314" r:id="R30afa2331c8144da"/>
    <p:sldId xmlns:r="http://schemas.openxmlformats.org/officeDocument/2006/relationships" id="315" r:id="R1f237d047b3b4be6"/>
    <p:sldId xmlns:r="http://schemas.openxmlformats.org/officeDocument/2006/relationships" id="316" r:id="Rb4045457f2a24fe7"/>
    <p:sldId xmlns:r="http://schemas.openxmlformats.org/officeDocument/2006/relationships" id="317" r:id="R6bd3e655ef014f02"/>
    <p:sldId xmlns:r="http://schemas.openxmlformats.org/officeDocument/2006/relationships" id="318" r:id="R2d33d0e353a14d0f"/>
    <p:sldId xmlns:r="http://schemas.openxmlformats.org/officeDocument/2006/relationships" id="319" r:id="Rd5137f45417849fd"/>
    <p:sldId xmlns:r="http://schemas.openxmlformats.org/officeDocument/2006/relationships" id="320" r:id="R08338d9ce45741f2"/>
    <p:sldId xmlns:r="http://schemas.openxmlformats.org/officeDocument/2006/relationships" id="321" r:id="Rb15dce13bd4042de"/>
    <p:sldId xmlns:r="http://schemas.openxmlformats.org/officeDocument/2006/relationships" id="322" r:id="Ra92f110ed2bd4bb8"/>
    <p:sldId xmlns:r="http://schemas.openxmlformats.org/officeDocument/2006/relationships" id="323" r:id="Ra9054b0688c64e03"/>
    <p:sldId xmlns:r="http://schemas.openxmlformats.org/officeDocument/2006/relationships" id="324" r:id="Re5721e12e6f04f7b"/>
    <p:sldId xmlns:r="http://schemas.openxmlformats.org/officeDocument/2006/relationships" id="325" r:id="Re63c88db54774149"/>
    <p:sldId xmlns:r="http://schemas.openxmlformats.org/officeDocument/2006/relationships" id="326" r:id="R9fa8950e432e4efa"/>
    <p:sldId xmlns:r="http://schemas.openxmlformats.org/officeDocument/2006/relationships" id="327" r:id="Rbaaf97b0fc8a4cd7"/>
    <p:sldId xmlns:r="http://schemas.openxmlformats.org/officeDocument/2006/relationships" id="328" r:id="R1b73c909a1044447"/>
    <p:sldId xmlns:r="http://schemas.openxmlformats.org/officeDocument/2006/relationships" id="329" r:id="R6f8b9be6ea3f4c1b"/>
    <p:sldId xmlns:r="http://schemas.openxmlformats.org/officeDocument/2006/relationships" id="330" r:id="Re6b5bed2418a4178"/>
    <p:sldId xmlns:r="http://schemas.openxmlformats.org/officeDocument/2006/relationships" id="331" r:id="R225eb8d449054723"/>
    <p:sldId xmlns:r="http://schemas.openxmlformats.org/officeDocument/2006/relationships" id="332" r:id="R9f8cf3c9759a4fe4"/>
    <p:sldId xmlns:r="http://schemas.openxmlformats.org/officeDocument/2006/relationships" id="333" r:id="Rdf885500b23b4f11"/>
    <p:sldId xmlns:r="http://schemas.openxmlformats.org/officeDocument/2006/relationships" id="334" r:id="Rae96b19d6f044649"/>
    <p:sldId xmlns:r="http://schemas.openxmlformats.org/officeDocument/2006/relationships" id="335" r:id="R996d26394f85446d"/>
    <p:sldId xmlns:r="http://schemas.openxmlformats.org/officeDocument/2006/relationships" id="336" r:id="R5e51a30f9a524182"/>
    <p:sldId xmlns:r="http://schemas.openxmlformats.org/officeDocument/2006/relationships" id="337" r:id="Rabf72bfab41f4c73"/>
    <p:sldId xmlns:r="http://schemas.openxmlformats.org/officeDocument/2006/relationships" id="338" r:id="R001894e523f64a93"/>
    <p:sldId xmlns:r="http://schemas.openxmlformats.org/officeDocument/2006/relationships" id="339" r:id="R46fa74bdfef2474d"/>
    <p:sldId xmlns:r="http://schemas.openxmlformats.org/officeDocument/2006/relationships" id="340" r:id="Rf0b3afe06abb49f3"/>
    <p:sldId xmlns:r="http://schemas.openxmlformats.org/officeDocument/2006/relationships" id="341" r:id="R367b0c9582a84be9"/>
    <p:sldId xmlns:r="http://schemas.openxmlformats.org/officeDocument/2006/relationships" id="342" r:id="R58fe6fe80a054cc9"/>
    <p:sldId xmlns:r="http://schemas.openxmlformats.org/officeDocument/2006/relationships" id="343" r:id="R2298d89791c549b2"/>
    <p:sldId xmlns:r="http://schemas.openxmlformats.org/officeDocument/2006/relationships" id="344" r:id="R8ad7184fd0c1430a"/>
    <p:sldId xmlns:r="http://schemas.openxmlformats.org/officeDocument/2006/relationships" id="345" r:id="R71c470e13df44376"/>
    <p:sldId xmlns:r="http://schemas.openxmlformats.org/officeDocument/2006/relationships" id="346" r:id="R6a34536a50c54feb"/>
    <p:sldId xmlns:r="http://schemas.openxmlformats.org/officeDocument/2006/relationships" id="347" r:id="Rbd146fb652404456"/>
    <p:sldId xmlns:r="http://schemas.openxmlformats.org/officeDocument/2006/relationships" id="348" r:id="Rc377b3ffe0644be3"/>
    <p:sldId xmlns:r="http://schemas.openxmlformats.org/officeDocument/2006/relationships" id="349" r:id="R7b5ad17b7d6741f1"/>
    <p:sldId xmlns:r="http://schemas.openxmlformats.org/officeDocument/2006/relationships" id="350" r:id="R0604aaa9bde14057"/>
    <p:sldId xmlns:r="http://schemas.openxmlformats.org/officeDocument/2006/relationships" id="351" r:id="R6065369629254948"/>
    <p:sldId xmlns:r="http://schemas.openxmlformats.org/officeDocument/2006/relationships" id="352" r:id="Re4f711fed92c46c4"/>
    <p:sldId xmlns:r="http://schemas.openxmlformats.org/officeDocument/2006/relationships" id="353" r:id="Rba0a02e2c24640a3"/>
    <p:sldId xmlns:r="http://schemas.openxmlformats.org/officeDocument/2006/relationships" id="354" r:id="Refbcaeefb766421f"/>
    <p:sldId xmlns:r="http://schemas.openxmlformats.org/officeDocument/2006/relationships" id="355" r:id="R49b14278b0804223"/>
    <p:sldId xmlns:r="http://schemas.openxmlformats.org/officeDocument/2006/relationships" id="356" r:id="Rf44faff7dde4423d"/>
    <p:sldId xmlns:r="http://schemas.openxmlformats.org/officeDocument/2006/relationships" id="357" r:id="Re0d23619bdaa4ad3"/>
    <p:sldId xmlns:r="http://schemas.openxmlformats.org/officeDocument/2006/relationships" id="358" r:id="R7a9083f20fc24f91"/>
    <p:sldId xmlns:r="http://schemas.openxmlformats.org/officeDocument/2006/relationships" id="359" r:id="R3d2403d089314922"/>
    <p:sldId xmlns:r="http://schemas.openxmlformats.org/officeDocument/2006/relationships" id="360" r:id="R8e8f7b70ff2e42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c6b20323a0e4984" /><Relationship Type="http://schemas.openxmlformats.org/officeDocument/2006/relationships/slideMaster" Target="/ppt/slideMasters/slideMaster1.xml" Id="Rd6721aa434684b8c" /><Relationship Type="http://schemas.openxmlformats.org/officeDocument/2006/relationships/notesMaster" Target="/ppt/notesMasters/notesMaster1.xml" Id="R95af8d94b2f8442f" /><Relationship Type="http://schemas.openxmlformats.org/officeDocument/2006/relationships/presProps" Target="/ppt/presProps.xml" Id="Re2ace9f05320401f" /><Relationship Type="http://schemas.openxmlformats.org/officeDocument/2006/relationships/tableStyles" Target="/ppt/tableStyles.xml" Id="R91d03dd53b1d41c2" /><Relationship Type="http://schemas.openxmlformats.org/officeDocument/2006/relationships/slide" Target="/ppt/slides/slide1.xml" Id="R7eb3feb47bf246c0" /><Relationship Type="http://schemas.openxmlformats.org/officeDocument/2006/relationships/slide" Target="/ppt/slides/slide2.xml" Id="Rc8de916ed7eb424b" /><Relationship Type="http://schemas.openxmlformats.org/officeDocument/2006/relationships/slide" Target="/ppt/slides/slide3.xml" Id="R23abce21e9194e0d" /><Relationship Type="http://schemas.openxmlformats.org/officeDocument/2006/relationships/slide" Target="/ppt/slides/slide4.xml" Id="R22737524cd68451b" /><Relationship Type="http://schemas.openxmlformats.org/officeDocument/2006/relationships/slide" Target="/ppt/slides/slide5.xml" Id="Rfaeeb17e24c4439a" /><Relationship Type="http://schemas.openxmlformats.org/officeDocument/2006/relationships/slide" Target="/ppt/slides/slide6.xml" Id="R519762285a71450b" /><Relationship Type="http://schemas.openxmlformats.org/officeDocument/2006/relationships/slide" Target="/ppt/slides/slide7.xml" Id="Re208b6189f944e8a" /><Relationship Type="http://schemas.openxmlformats.org/officeDocument/2006/relationships/slide" Target="/ppt/slides/slide8.xml" Id="Rba7c274747384e71" /><Relationship Type="http://schemas.openxmlformats.org/officeDocument/2006/relationships/slide" Target="/ppt/slides/slide9.xml" Id="Rddd16a8d4c1241ed" /><Relationship Type="http://schemas.openxmlformats.org/officeDocument/2006/relationships/slide" Target="/ppt/slides/slide10.xml" Id="Rf0d10de796d54d9c" /><Relationship Type="http://schemas.openxmlformats.org/officeDocument/2006/relationships/slide" Target="/ppt/slides/slide11.xml" Id="R1509f22cdd21412e" /><Relationship Type="http://schemas.openxmlformats.org/officeDocument/2006/relationships/slide" Target="/ppt/slides/slide12.xml" Id="Rd1960ae386cd472a" /><Relationship Type="http://schemas.openxmlformats.org/officeDocument/2006/relationships/slide" Target="/ppt/slides/slide13.xml" Id="R2de4be9eb6e340dd" /><Relationship Type="http://schemas.openxmlformats.org/officeDocument/2006/relationships/slide" Target="/ppt/slides/slide14.xml" Id="R3c7d1339c31c4ad7" /><Relationship Type="http://schemas.openxmlformats.org/officeDocument/2006/relationships/slide" Target="/ppt/slides/slide15.xml" Id="R77176160af94433b" /><Relationship Type="http://schemas.openxmlformats.org/officeDocument/2006/relationships/slide" Target="/ppt/slides/slide16.xml" Id="R4662ff3bab2b4d6a" /><Relationship Type="http://schemas.openxmlformats.org/officeDocument/2006/relationships/slide" Target="/ppt/slides/slide17.xml" Id="Rcd82bb13d6e34926" /><Relationship Type="http://schemas.openxmlformats.org/officeDocument/2006/relationships/slide" Target="/ppt/slides/slide18.xml" Id="Rde14fee16a184748" /><Relationship Type="http://schemas.openxmlformats.org/officeDocument/2006/relationships/slide" Target="/ppt/slides/slide19.xml" Id="R232210667e7a4507" /><Relationship Type="http://schemas.openxmlformats.org/officeDocument/2006/relationships/slide" Target="/ppt/slides/slide20.xml" Id="Rf4d9b69dd743479d" /><Relationship Type="http://schemas.openxmlformats.org/officeDocument/2006/relationships/slide" Target="/ppt/slides/slide21.xml" Id="Rd98b3e565f724cd3" /><Relationship Type="http://schemas.openxmlformats.org/officeDocument/2006/relationships/slide" Target="/ppt/slides/slide22.xml" Id="R865cd9375bb448a7" /><Relationship Type="http://schemas.openxmlformats.org/officeDocument/2006/relationships/slide" Target="/ppt/slides/slide23.xml" Id="R80afd4f97f2b41bd" /><Relationship Type="http://schemas.openxmlformats.org/officeDocument/2006/relationships/slide" Target="/ppt/slides/slide24.xml" Id="Rb53e61053b744111" /><Relationship Type="http://schemas.openxmlformats.org/officeDocument/2006/relationships/slide" Target="/ppt/slides/slide25.xml" Id="R921d9dc7923c4fe3" /><Relationship Type="http://schemas.openxmlformats.org/officeDocument/2006/relationships/slide" Target="/ppt/slides/slide26.xml" Id="Rd9ed086b8ec54b88" /><Relationship Type="http://schemas.openxmlformats.org/officeDocument/2006/relationships/slide" Target="/ppt/slides/slide27.xml" Id="Rd6fc2d3aec0c4b61" /><Relationship Type="http://schemas.openxmlformats.org/officeDocument/2006/relationships/slide" Target="/ppt/slides/slide28.xml" Id="R2507db194bc44367" /><Relationship Type="http://schemas.openxmlformats.org/officeDocument/2006/relationships/slide" Target="/ppt/slides/slide29.xml" Id="R451722b799f041e2" /><Relationship Type="http://schemas.openxmlformats.org/officeDocument/2006/relationships/slide" Target="/ppt/slides/slide30.xml" Id="Rb3cabc4381fa4852" /><Relationship Type="http://schemas.openxmlformats.org/officeDocument/2006/relationships/slide" Target="/ppt/slides/slide31.xml" Id="Rb3f21dba541b4d05" /><Relationship Type="http://schemas.openxmlformats.org/officeDocument/2006/relationships/slide" Target="/ppt/slides/slide32.xml" Id="R976c9ae84b8a4ad5" /><Relationship Type="http://schemas.openxmlformats.org/officeDocument/2006/relationships/slide" Target="/ppt/slides/slide33.xml" Id="R4cd1b917e21746f0" /><Relationship Type="http://schemas.openxmlformats.org/officeDocument/2006/relationships/slide" Target="/ppt/slides/slide34.xml" Id="R2a078c116e2c4396" /><Relationship Type="http://schemas.openxmlformats.org/officeDocument/2006/relationships/slide" Target="/ppt/slides/slide35.xml" Id="R8086744a41354cab" /><Relationship Type="http://schemas.openxmlformats.org/officeDocument/2006/relationships/slide" Target="/ppt/slides/slide36.xml" Id="R94c3352c753f435c" /><Relationship Type="http://schemas.openxmlformats.org/officeDocument/2006/relationships/slide" Target="/ppt/slides/slide37.xml" Id="Ra9bea86513d442a5" /><Relationship Type="http://schemas.openxmlformats.org/officeDocument/2006/relationships/slide" Target="/ppt/slides/slide38.xml" Id="R117cf1b29e604b31" /><Relationship Type="http://schemas.openxmlformats.org/officeDocument/2006/relationships/slide" Target="/ppt/slides/slide39.xml" Id="R5ce49c3078284cc7" /><Relationship Type="http://schemas.openxmlformats.org/officeDocument/2006/relationships/slide" Target="/ppt/slides/slide40.xml" Id="Rba201e5bc0f54155" /><Relationship Type="http://schemas.openxmlformats.org/officeDocument/2006/relationships/slide" Target="/ppt/slides/slide41.xml" Id="R483ccb5656cb45bc" /><Relationship Type="http://schemas.openxmlformats.org/officeDocument/2006/relationships/slide" Target="/ppt/slides/slide42.xml" Id="R78237b02013e4952" /><Relationship Type="http://schemas.openxmlformats.org/officeDocument/2006/relationships/slide" Target="/ppt/slides/slide43.xml" Id="R8fbbdea8e49a4f29" /><Relationship Type="http://schemas.openxmlformats.org/officeDocument/2006/relationships/slide" Target="/ppt/slides/slide44.xml" Id="Rab9f93ee538a44ea" /><Relationship Type="http://schemas.openxmlformats.org/officeDocument/2006/relationships/slide" Target="/ppt/slides/slide45.xml" Id="Rab14c41da0174b65" /><Relationship Type="http://schemas.openxmlformats.org/officeDocument/2006/relationships/slide" Target="/ppt/slides/slide46.xml" Id="R88592c4960a64ac4" /><Relationship Type="http://schemas.openxmlformats.org/officeDocument/2006/relationships/slide" Target="/ppt/slides/slide47.xml" Id="R6d0966e98ea94467" /><Relationship Type="http://schemas.openxmlformats.org/officeDocument/2006/relationships/slide" Target="/ppt/slides/slide48.xml" Id="Rcd29881bc5584f24" /><Relationship Type="http://schemas.openxmlformats.org/officeDocument/2006/relationships/slide" Target="/ppt/slides/slide49.xml" Id="R8d554463402a4de7" /><Relationship Type="http://schemas.openxmlformats.org/officeDocument/2006/relationships/slide" Target="/ppt/slides/slide50.xml" Id="R500b2625221a4eda" /><Relationship Type="http://schemas.openxmlformats.org/officeDocument/2006/relationships/slide" Target="/ppt/slides/slide51.xml" Id="Rf61cf1d0fe5b4dc2" /><Relationship Type="http://schemas.openxmlformats.org/officeDocument/2006/relationships/slide" Target="/ppt/slides/slide52.xml" Id="R3c421fc4cd78406d" /><Relationship Type="http://schemas.openxmlformats.org/officeDocument/2006/relationships/slide" Target="/ppt/slides/slide53.xml" Id="Rd91ebdab7c95491c" /><Relationship Type="http://schemas.openxmlformats.org/officeDocument/2006/relationships/slide" Target="/ppt/slides/slide54.xml" Id="Rdd3425d66e2e4294" /><Relationship Type="http://schemas.openxmlformats.org/officeDocument/2006/relationships/slide" Target="/ppt/slides/slide55.xml" Id="Rb933cf94f17c40a6" /><Relationship Type="http://schemas.openxmlformats.org/officeDocument/2006/relationships/slide" Target="/ppt/slides/slide56.xml" Id="R69796338c69944d1" /><Relationship Type="http://schemas.openxmlformats.org/officeDocument/2006/relationships/slide" Target="/ppt/slides/slide57.xml" Id="R8532be986f314a82" /><Relationship Type="http://schemas.openxmlformats.org/officeDocument/2006/relationships/slide" Target="/ppt/slides/slide58.xml" Id="Rb6786b56be16475d" /><Relationship Type="http://schemas.openxmlformats.org/officeDocument/2006/relationships/slide" Target="/ppt/slides/slide59.xml" Id="R30afa2331c8144da" /><Relationship Type="http://schemas.openxmlformats.org/officeDocument/2006/relationships/slide" Target="/ppt/slides/slide60.xml" Id="R1f237d047b3b4be6" /><Relationship Type="http://schemas.openxmlformats.org/officeDocument/2006/relationships/slide" Target="/ppt/slides/slide61.xml" Id="Rb4045457f2a24fe7" /><Relationship Type="http://schemas.openxmlformats.org/officeDocument/2006/relationships/slide" Target="/ppt/slides/slide62.xml" Id="R6bd3e655ef014f02" /><Relationship Type="http://schemas.openxmlformats.org/officeDocument/2006/relationships/slide" Target="/ppt/slides/slide63.xml" Id="R2d33d0e353a14d0f" /><Relationship Type="http://schemas.openxmlformats.org/officeDocument/2006/relationships/slide" Target="/ppt/slides/slide64.xml" Id="Rd5137f45417849fd" /><Relationship Type="http://schemas.openxmlformats.org/officeDocument/2006/relationships/slide" Target="/ppt/slides/slide65.xml" Id="R08338d9ce45741f2" /><Relationship Type="http://schemas.openxmlformats.org/officeDocument/2006/relationships/slide" Target="/ppt/slides/slide66.xml" Id="Rb15dce13bd4042de" /><Relationship Type="http://schemas.openxmlformats.org/officeDocument/2006/relationships/slide" Target="/ppt/slides/slide67.xml" Id="Ra92f110ed2bd4bb8" /><Relationship Type="http://schemas.openxmlformats.org/officeDocument/2006/relationships/slide" Target="/ppt/slides/slide68.xml" Id="Ra9054b0688c64e03" /><Relationship Type="http://schemas.openxmlformats.org/officeDocument/2006/relationships/slide" Target="/ppt/slides/slide69.xml" Id="Re5721e12e6f04f7b" /><Relationship Type="http://schemas.openxmlformats.org/officeDocument/2006/relationships/slide" Target="/ppt/slides/slide70.xml" Id="Re63c88db54774149" /><Relationship Type="http://schemas.openxmlformats.org/officeDocument/2006/relationships/slide" Target="/ppt/slides/slide71.xml" Id="R9fa8950e432e4efa" /><Relationship Type="http://schemas.openxmlformats.org/officeDocument/2006/relationships/slide" Target="/ppt/slides/slide72.xml" Id="Rbaaf97b0fc8a4cd7" /><Relationship Type="http://schemas.openxmlformats.org/officeDocument/2006/relationships/slide" Target="/ppt/slides/slide73.xml" Id="R1b73c909a1044447" /><Relationship Type="http://schemas.openxmlformats.org/officeDocument/2006/relationships/slide" Target="/ppt/slides/slide74.xml" Id="R6f8b9be6ea3f4c1b" /><Relationship Type="http://schemas.openxmlformats.org/officeDocument/2006/relationships/slide" Target="/ppt/slides/slide75.xml" Id="Re6b5bed2418a4178" /><Relationship Type="http://schemas.openxmlformats.org/officeDocument/2006/relationships/slide" Target="/ppt/slides/slide76.xml" Id="R225eb8d449054723" /><Relationship Type="http://schemas.openxmlformats.org/officeDocument/2006/relationships/slide" Target="/ppt/slides/slide77.xml" Id="R9f8cf3c9759a4fe4" /><Relationship Type="http://schemas.openxmlformats.org/officeDocument/2006/relationships/slide" Target="/ppt/slides/slide78.xml" Id="Rdf885500b23b4f11" /><Relationship Type="http://schemas.openxmlformats.org/officeDocument/2006/relationships/slide" Target="/ppt/slides/slide79.xml" Id="Rae96b19d6f044649" /><Relationship Type="http://schemas.openxmlformats.org/officeDocument/2006/relationships/slide" Target="/ppt/slides/slide80.xml" Id="R996d26394f85446d" /><Relationship Type="http://schemas.openxmlformats.org/officeDocument/2006/relationships/slide" Target="/ppt/slides/slide81.xml" Id="R5e51a30f9a524182" /><Relationship Type="http://schemas.openxmlformats.org/officeDocument/2006/relationships/slide" Target="/ppt/slides/slide82.xml" Id="Rabf72bfab41f4c73" /><Relationship Type="http://schemas.openxmlformats.org/officeDocument/2006/relationships/slide" Target="/ppt/slides/slide83.xml" Id="R001894e523f64a93" /><Relationship Type="http://schemas.openxmlformats.org/officeDocument/2006/relationships/slide" Target="/ppt/slides/slide84.xml" Id="R46fa74bdfef2474d" /><Relationship Type="http://schemas.openxmlformats.org/officeDocument/2006/relationships/slide" Target="/ppt/slides/slide85.xml" Id="Rf0b3afe06abb49f3" /><Relationship Type="http://schemas.openxmlformats.org/officeDocument/2006/relationships/slide" Target="/ppt/slides/slide86.xml" Id="R367b0c9582a84be9" /><Relationship Type="http://schemas.openxmlformats.org/officeDocument/2006/relationships/slide" Target="/ppt/slides/slide87.xml" Id="R58fe6fe80a054cc9" /><Relationship Type="http://schemas.openxmlformats.org/officeDocument/2006/relationships/slide" Target="/ppt/slides/slide88.xml" Id="R2298d89791c549b2" /><Relationship Type="http://schemas.openxmlformats.org/officeDocument/2006/relationships/slide" Target="/ppt/slides/slide89.xml" Id="R8ad7184fd0c1430a" /><Relationship Type="http://schemas.openxmlformats.org/officeDocument/2006/relationships/slide" Target="/ppt/slides/slide90.xml" Id="R71c470e13df44376" /><Relationship Type="http://schemas.openxmlformats.org/officeDocument/2006/relationships/slide" Target="/ppt/slides/slide91.xml" Id="R6a34536a50c54feb" /><Relationship Type="http://schemas.openxmlformats.org/officeDocument/2006/relationships/slide" Target="/ppt/slides/slide92.xml" Id="Rbd146fb652404456" /><Relationship Type="http://schemas.openxmlformats.org/officeDocument/2006/relationships/slide" Target="/ppt/slides/slide93.xml" Id="Rc377b3ffe0644be3" /><Relationship Type="http://schemas.openxmlformats.org/officeDocument/2006/relationships/slide" Target="/ppt/slides/slide94.xml" Id="R7b5ad17b7d6741f1" /><Relationship Type="http://schemas.openxmlformats.org/officeDocument/2006/relationships/slide" Target="/ppt/slides/slide95.xml" Id="R0604aaa9bde14057" /><Relationship Type="http://schemas.openxmlformats.org/officeDocument/2006/relationships/slide" Target="/ppt/slides/slide96.xml" Id="R6065369629254948" /><Relationship Type="http://schemas.openxmlformats.org/officeDocument/2006/relationships/slide" Target="/ppt/slides/slide97.xml" Id="Re4f711fed92c46c4" /><Relationship Type="http://schemas.openxmlformats.org/officeDocument/2006/relationships/slide" Target="/ppt/slides/slide98.xml" Id="Rba0a02e2c24640a3" /><Relationship Type="http://schemas.openxmlformats.org/officeDocument/2006/relationships/slide" Target="/ppt/slides/slide99.xml" Id="Refbcaeefb766421f" /><Relationship Type="http://schemas.openxmlformats.org/officeDocument/2006/relationships/slide" Target="/ppt/slides/slide100.xml" Id="R49b14278b0804223" /><Relationship Type="http://schemas.openxmlformats.org/officeDocument/2006/relationships/slide" Target="/ppt/slides/slide101.xml" Id="Rf44faff7dde4423d" /><Relationship Type="http://schemas.openxmlformats.org/officeDocument/2006/relationships/slide" Target="/ppt/slides/slide102.xml" Id="Re0d23619bdaa4ad3" /><Relationship Type="http://schemas.openxmlformats.org/officeDocument/2006/relationships/slide" Target="/ppt/slides/slide103.xml" Id="R7a9083f20fc24f91" /><Relationship Type="http://schemas.openxmlformats.org/officeDocument/2006/relationships/slide" Target="/ppt/slides/slide104.xml" Id="R3d2403d089314922" /><Relationship Type="http://schemas.openxmlformats.org/officeDocument/2006/relationships/slide" Target="/ppt/slides/slide105.xml" Id="R8e8f7b70ff2e42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fd00e35e5449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55fc69c94d45e5" /><Relationship Type="http://schemas.openxmlformats.org/officeDocument/2006/relationships/notesMaster" Target="/ppt/notesMasters/notesMaster1.xml" Id="R0bb04eeece174b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3a02cf8b26447d" /><Relationship Type="http://schemas.openxmlformats.org/officeDocument/2006/relationships/notesMaster" Target="/ppt/notesMasters/notesMaster1.xml" Id="R828ba73b17da41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5d76a78bfe4bd0" /><Relationship Type="http://schemas.openxmlformats.org/officeDocument/2006/relationships/notesMaster" Target="/ppt/notesMasters/notesMaster1.xml" Id="R0941eab26c15451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2bb375830d4e48" /><Relationship Type="http://schemas.openxmlformats.org/officeDocument/2006/relationships/notesMaster" Target="/ppt/notesMasters/notesMaster1.xml" Id="R35ee5e8ad97d4f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45a049aebd34956" /><Relationship Type="http://schemas.openxmlformats.org/officeDocument/2006/relationships/notesMaster" Target="/ppt/notesMasters/notesMaster1.xml" Id="Rd125a168db6946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ebbce76b29145da" /><Relationship Type="http://schemas.openxmlformats.org/officeDocument/2006/relationships/notesMaster" Target="/ppt/notesMasters/notesMaster1.xml" Id="R484db2516e2f4a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1bebbba13040a5" /><Relationship Type="http://schemas.openxmlformats.org/officeDocument/2006/relationships/notesMaster" Target="/ppt/notesMasters/notesMaster1.xml" Id="R7bdf68a077364d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60e47169f6344e4" /><Relationship Type="http://schemas.openxmlformats.org/officeDocument/2006/relationships/notesMaster" Target="/ppt/notesMasters/notesMaster1.xml" Id="Re88d3932f5844d9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5f0b49f604c4623" /><Relationship Type="http://schemas.openxmlformats.org/officeDocument/2006/relationships/notesMaster" Target="/ppt/notesMasters/notesMaster1.xml" Id="Rdd578f445e8e4d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4932fca03944c1e" /><Relationship Type="http://schemas.openxmlformats.org/officeDocument/2006/relationships/notesMaster" Target="/ppt/notesMasters/notesMaster1.xml" Id="R4edc55ad094d41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53c940db934e0e" /><Relationship Type="http://schemas.openxmlformats.org/officeDocument/2006/relationships/notesMaster" Target="/ppt/notesMasters/notesMaster1.xml" Id="R9d0196ddb82d49f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bfafae55954dff" /><Relationship Type="http://schemas.openxmlformats.org/officeDocument/2006/relationships/notesMaster" Target="/ppt/notesMasters/notesMaster1.xml" Id="Rf1c2f99b434f48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79b4f500dfd479f" /><Relationship Type="http://schemas.openxmlformats.org/officeDocument/2006/relationships/notesMaster" Target="/ppt/notesMasters/notesMaster1.xml" Id="R396ec9d4dc6f418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869b753a54e4c12" /><Relationship Type="http://schemas.openxmlformats.org/officeDocument/2006/relationships/notesMaster" Target="/ppt/notesMasters/notesMaster1.xml" Id="R28aa380a187747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030775211624742" /><Relationship Type="http://schemas.openxmlformats.org/officeDocument/2006/relationships/notesMaster" Target="/ppt/notesMasters/notesMaster1.xml" Id="R7504a16f8244498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7e983e20f245c7" /><Relationship Type="http://schemas.openxmlformats.org/officeDocument/2006/relationships/notesMaster" Target="/ppt/notesMasters/notesMaster1.xml" Id="R170f59e3daa54c5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6e422918e034eb8" /><Relationship Type="http://schemas.openxmlformats.org/officeDocument/2006/relationships/notesMaster" Target="/ppt/notesMasters/notesMaster1.xml" Id="R248ffb6ad0db4ba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0d5b148fa0f4049" /><Relationship Type="http://schemas.openxmlformats.org/officeDocument/2006/relationships/notesMaster" Target="/ppt/notesMasters/notesMaster1.xml" Id="R54e74028022542e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bdf2bdf6a5043cb" /><Relationship Type="http://schemas.openxmlformats.org/officeDocument/2006/relationships/notesMaster" Target="/ppt/notesMasters/notesMaster1.xml" Id="R99d2f49c8ca5443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5d309cd318e4739" /><Relationship Type="http://schemas.openxmlformats.org/officeDocument/2006/relationships/notesMaster" Target="/ppt/notesMasters/notesMaster1.xml" Id="Rd19073cc69804ef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a75aae15a354e81" /><Relationship Type="http://schemas.openxmlformats.org/officeDocument/2006/relationships/notesMaster" Target="/ppt/notesMasters/notesMaster1.xml" Id="Rf934fd96d694424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b8ad4aab9594e80" /><Relationship Type="http://schemas.openxmlformats.org/officeDocument/2006/relationships/notesMaster" Target="/ppt/notesMasters/notesMaster1.xml" Id="R94747680dda64bd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44da86568ef4c4d" /><Relationship Type="http://schemas.openxmlformats.org/officeDocument/2006/relationships/notesMaster" Target="/ppt/notesMasters/notesMaster1.xml" Id="R10487eea14944d1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cecf524ecd7409a" /><Relationship Type="http://schemas.openxmlformats.org/officeDocument/2006/relationships/notesMaster" Target="/ppt/notesMasters/notesMaster1.xml" Id="Rc80cc960aadb41c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7c408e41a6f4714" /><Relationship Type="http://schemas.openxmlformats.org/officeDocument/2006/relationships/notesMaster" Target="/ppt/notesMasters/notesMaster1.xml" Id="R1b6ee5d75b4c49e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276d1a8127a497c" /><Relationship Type="http://schemas.openxmlformats.org/officeDocument/2006/relationships/notesMaster" Target="/ppt/notesMasters/notesMaster1.xml" Id="Rca07ae7ffeac4fb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7cad6a01963436e" /><Relationship Type="http://schemas.openxmlformats.org/officeDocument/2006/relationships/notesMaster" Target="/ppt/notesMasters/notesMaster1.xml" Id="Rc1c3b3fe5b4e40d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617386fd3ef488d" /><Relationship Type="http://schemas.openxmlformats.org/officeDocument/2006/relationships/notesMaster" Target="/ppt/notesMasters/notesMaster1.xml" Id="R48fdb542514549d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914d71422a94fa6" /><Relationship Type="http://schemas.openxmlformats.org/officeDocument/2006/relationships/notesMaster" Target="/ppt/notesMasters/notesMaster1.xml" Id="Reb3bc964604d4af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b997d1ca4824494" /><Relationship Type="http://schemas.openxmlformats.org/officeDocument/2006/relationships/notesMaster" Target="/ppt/notesMasters/notesMaster1.xml" Id="Rd0209ff2613b40a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e9e323cd2634bac" /><Relationship Type="http://schemas.openxmlformats.org/officeDocument/2006/relationships/notesMaster" Target="/ppt/notesMasters/notesMaster1.xml" Id="R4256af6d1d43444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e406de1670a4a4f" /><Relationship Type="http://schemas.openxmlformats.org/officeDocument/2006/relationships/notesMaster" Target="/ppt/notesMasters/notesMaster1.xml" Id="R5dad3f70789c440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0026e4a99ff4bd4" /><Relationship Type="http://schemas.openxmlformats.org/officeDocument/2006/relationships/notesMaster" Target="/ppt/notesMasters/notesMaster1.xml" Id="R1aab529bcfbb4bb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47841ebaee34035" /><Relationship Type="http://schemas.openxmlformats.org/officeDocument/2006/relationships/notesMaster" Target="/ppt/notesMasters/notesMaster1.xml" Id="R70f7d949230242a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73fb78174854ccf" /><Relationship Type="http://schemas.openxmlformats.org/officeDocument/2006/relationships/notesMaster" Target="/ppt/notesMasters/notesMaster1.xml" Id="R06778fb00dcb492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04274ed816f4dd5" /><Relationship Type="http://schemas.openxmlformats.org/officeDocument/2006/relationships/notesMaster" Target="/ppt/notesMasters/notesMaster1.xml" Id="Rad87ad68ac0f4be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5b8778960be4f38" /><Relationship Type="http://schemas.openxmlformats.org/officeDocument/2006/relationships/notesMaster" Target="/ppt/notesMasters/notesMaster1.xml" Id="R2128e2ae278c42a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da767f7da094a5a" /><Relationship Type="http://schemas.openxmlformats.org/officeDocument/2006/relationships/notesMaster" Target="/ppt/notesMasters/notesMaster1.xml" Id="Rc6d655ba29424af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b0a5ea5c4704e9d" /><Relationship Type="http://schemas.openxmlformats.org/officeDocument/2006/relationships/notesMaster" Target="/ppt/notesMasters/notesMaster1.xml" Id="R9208de255071413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6a8e71292fd444b" /><Relationship Type="http://schemas.openxmlformats.org/officeDocument/2006/relationships/notesMaster" Target="/ppt/notesMasters/notesMaster1.xml" Id="R01b22b8c005a404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8c3308baf7f4dde" /><Relationship Type="http://schemas.openxmlformats.org/officeDocument/2006/relationships/notesMaster" Target="/ppt/notesMasters/notesMaster1.xml" Id="Rde6baed1d23d45d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2ba5e7f3da14a99" /><Relationship Type="http://schemas.openxmlformats.org/officeDocument/2006/relationships/notesMaster" Target="/ppt/notesMasters/notesMaster1.xml" Id="R4c6b64fa77ed486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580df337cf74635" /><Relationship Type="http://schemas.openxmlformats.org/officeDocument/2006/relationships/notesMaster" Target="/ppt/notesMasters/notesMaster1.xml" Id="Rd853c261392f436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0c82606596b4bd9" /><Relationship Type="http://schemas.openxmlformats.org/officeDocument/2006/relationships/notesMaster" Target="/ppt/notesMasters/notesMaster1.xml" Id="Ra3a34930c796433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662812e205d4f71" /><Relationship Type="http://schemas.openxmlformats.org/officeDocument/2006/relationships/notesMaster" Target="/ppt/notesMasters/notesMaster1.xml" Id="R5120efca81b2495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e9f336c50a94f6c" /><Relationship Type="http://schemas.openxmlformats.org/officeDocument/2006/relationships/notesMaster" Target="/ppt/notesMasters/notesMaster1.xml" Id="Red4e19c605504e8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4720387e80a4c52" /><Relationship Type="http://schemas.openxmlformats.org/officeDocument/2006/relationships/notesMaster" Target="/ppt/notesMasters/notesMaster1.xml" Id="R85d83e4c540544d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f5c36ec0e6f4c0a" /><Relationship Type="http://schemas.openxmlformats.org/officeDocument/2006/relationships/notesMaster" Target="/ppt/notesMasters/notesMaster1.xml" Id="Re4bd1be2bd1844b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81b5ddf418c4d8e" /><Relationship Type="http://schemas.openxmlformats.org/officeDocument/2006/relationships/notesMaster" Target="/ppt/notesMasters/notesMaster1.xml" Id="Rf57d4c053b73474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d5a649f43f64ae7" /><Relationship Type="http://schemas.openxmlformats.org/officeDocument/2006/relationships/notesMaster" Target="/ppt/notesMasters/notesMaster1.xml" Id="Rb83a5d0385f24ff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2b711061986480e" /><Relationship Type="http://schemas.openxmlformats.org/officeDocument/2006/relationships/notesMaster" Target="/ppt/notesMasters/notesMaster1.xml" Id="Re7d5a9d43f7b4ea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6528d9702474e7f" /><Relationship Type="http://schemas.openxmlformats.org/officeDocument/2006/relationships/notesMaster" Target="/ppt/notesMasters/notesMaster1.xml" Id="Rc187a070b86649e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8651bacf3374add" /><Relationship Type="http://schemas.openxmlformats.org/officeDocument/2006/relationships/notesMaster" Target="/ppt/notesMasters/notesMaster1.xml" Id="R31a440aad12c40c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e0558f3dcf24a61" /><Relationship Type="http://schemas.openxmlformats.org/officeDocument/2006/relationships/notesMaster" Target="/ppt/notesMasters/notesMaster1.xml" Id="R524a7ed705134e5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a2fef19be6a4325" /><Relationship Type="http://schemas.openxmlformats.org/officeDocument/2006/relationships/notesMaster" Target="/ppt/notesMasters/notesMaster1.xml" Id="Rc90e96227d884df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11e7c12c5d54c0f" /><Relationship Type="http://schemas.openxmlformats.org/officeDocument/2006/relationships/notesMaster" Target="/ppt/notesMasters/notesMaster1.xml" Id="Rb4883847d2c94f5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c98cdd5a68249ff" /><Relationship Type="http://schemas.openxmlformats.org/officeDocument/2006/relationships/notesMaster" Target="/ppt/notesMasters/notesMaster1.xml" Id="R05a4311c06194a8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c5872562a7d4385" /><Relationship Type="http://schemas.openxmlformats.org/officeDocument/2006/relationships/notesMaster" Target="/ppt/notesMasters/notesMaster1.xml" Id="R291b1ffb1a584b7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439391a4d4d4543" /><Relationship Type="http://schemas.openxmlformats.org/officeDocument/2006/relationships/notesMaster" Target="/ppt/notesMasters/notesMaster1.xml" Id="Ra8c9515d7776495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324c984a2764420" /><Relationship Type="http://schemas.openxmlformats.org/officeDocument/2006/relationships/notesMaster" Target="/ppt/notesMasters/notesMaster1.xml" Id="Rcb3ec275c83a490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4ff784103114067" /><Relationship Type="http://schemas.openxmlformats.org/officeDocument/2006/relationships/notesMaster" Target="/ppt/notesMasters/notesMaster1.xml" Id="Re9e5c02d6b23441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325c127f0cf4ea2" /><Relationship Type="http://schemas.openxmlformats.org/officeDocument/2006/relationships/notesMaster" Target="/ppt/notesMasters/notesMaster1.xml" Id="Rc0d79de78d4a419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a101868be074985" /><Relationship Type="http://schemas.openxmlformats.org/officeDocument/2006/relationships/notesMaster" Target="/ppt/notesMasters/notesMaster1.xml" Id="R63b25de1e26049f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d1146374c8b4b05" /><Relationship Type="http://schemas.openxmlformats.org/officeDocument/2006/relationships/notesMaster" Target="/ppt/notesMasters/notesMaster1.xml" Id="Rf8b8606dd1e242f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72239a0712c4c59" /><Relationship Type="http://schemas.openxmlformats.org/officeDocument/2006/relationships/notesMaster" Target="/ppt/notesMasters/notesMaster1.xml" Id="R7301abfbc31240a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6eaa06f4da44069" /><Relationship Type="http://schemas.openxmlformats.org/officeDocument/2006/relationships/notesMaster" Target="/ppt/notesMasters/notesMaster1.xml" Id="R58924ed80171454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b6a2d6f2d5a4d9c" /><Relationship Type="http://schemas.openxmlformats.org/officeDocument/2006/relationships/notesMaster" Target="/ppt/notesMasters/notesMaster1.xml" Id="Rc1b76ee2bd2946f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9a7611edf0e4e14" /><Relationship Type="http://schemas.openxmlformats.org/officeDocument/2006/relationships/notesMaster" Target="/ppt/notesMasters/notesMaster1.xml" Id="Rbf190a2e3810422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9f2e409e6fb4aeb" /><Relationship Type="http://schemas.openxmlformats.org/officeDocument/2006/relationships/notesMaster" Target="/ppt/notesMasters/notesMaster1.xml" Id="Radf46115852c42c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a244e665fbd4784" /><Relationship Type="http://schemas.openxmlformats.org/officeDocument/2006/relationships/notesMaster" Target="/ppt/notesMasters/notesMaster1.xml" Id="Rddbb215632dd44c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3374a4c135f4ce1" /><Relationship Type="http://schemas.openxmlformats.org/officeDocument/2006/relationships/notesMaster" Target="/ppt/notesMasters/notesMaster1.xml" Id="R9266dc904320482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c461a76a50846df" /><Relationship Type="http://schemas.openxmlformats.org/officeDocument/2006/relationships/notesMaster" Target="/ppt/notesMasters/notesMaster1.xml" Id="R95c679fceeff457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440eb3b34324ad8" /><Relationship Type="http://schemas.openxmlformats.org/officeDocument/2006/relationships/notesMaster" Target="/ppt/notesMasters/notesMaster1.xml" Id="R9e1a1e5d3e89480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10eff5af2464cfd" /><Relationship Type="http://schemas.openxmlformats.org/officeDocument/2006/relationships/notesMaster" Target="/ppt/notesMasters/notesMaster1.xml" Id="R18059ed6eed64bc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002aa70b3bf419c" /><Relationship Type="http://schemas.openxmlformats.org/officeDocument/2006/relationships/notesMaster" Target="/ppt/notesMasters/notesMaster1.xml" Id="Rfba53fdd70df4ac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e0d18464c7f4bcb" /><Relationship Type="http://schemas.openxmlformats.org/officeDocument/2006/relationships/notesMaster" Target="/ppt/notesMasters/notesMaster1.xml" Id="R3eefde18a834426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cb8ffec145394192" /><Relationship Type="http://schemas.openxmlformats.org/officeDocument/2006/relationships/notesMaster" Target="/ppt/notesMasters/notesMaster1.xml" Id="R738c2f21a10c4554"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67018543909404f" /><Relationship Type="http://schemas.openxmlformats.org/officeDocument/2006/relationships/notesMaster" Target="/ppt/notesMasters/notesMaster1.xml" Id="Rbff30e28ed5f47b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39c6037cd6849db" /><Relationship Type="http://schemas.openxmlformats.org/officeDocument/2006/relationships/notesMaster" Target="/ppt/notesMasters/notesMaster1.xml" Id="R5d529eb1c55f4ac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48746dd59fc4dae" /><Relationship Type="http://schemas.openxmlformats.org/officeDocument/2006/relationships/notesMaster" Target="/ppt/notesMasters/notesMaster1.xml" Id="R9eaef6d3d7b2485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c0b827ec4634b3d" /><Relationship Type="http://schemas.openxmlformats.org/officeDocument/2006/relationships/notesMaster" Target="/ppt/notesMasters/notesMaster1.xml" Id="Rbbabaa2507f2483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2eac3ce45dc9453f" /><Relationship Type="http://schemas.openxmlformats.org/officeDocument/2006/relationships/notesMaster" Target="/ppt/notesMasters/notesMaster1.xml" Id="Rf4d05147ed734daa"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480ce32f8944e1a" /><Relationship Type="http://schemas.openxmlformats.org/officeDocument/2006/relationships/notesMaster" Target="/ppt/notesMasters/notesMaster1.xml" Id="Rf59ca8d6ca8a45f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42c7b2d4f9741ee" /><Relationship Type="http://schemas.openxmlformats.org/officeDocument/2006/relationships/notesMaster" Target="/ppt/notesMasters/notesMaster1.xml" Id="Re3bb5a847ae244e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e402dba6300400d" /><Relationship Type="http://schemas.openxmlformats.org/officeDocument/2006/relationships/notesMaster" Target="/ppt/notesMasters/notesMaster1.xml" Id="Rdd25c6b2b4344750"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5ca3a2cfbeee40e9" /><Relationship Type="http://schemas.openxmlformats.org/officeDocument/2006/relationships/notesMaster" Target="/ppt/notesMasters/notesMaster1.xml" Id="R52fe0793dbb84b6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67b84f0dc5a49a9" /><Relationship Type="http://schemas.openxmlformats.org/officeDocument/2006/relationships/notesMaster" Target="/ppt/notesMasters/notesMaster1.xml" Id="Rfde407e0e654428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047e79d797d4bc7" /><Relationship Type="http://schemas.openxmlformats.org/officeDocument/2006/relationships/notesMaster" Target="/ppt/notesMasters/notesMaster1.xml" Id="Rddb79815d03441e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08d0b13e93ef4afc" /><Relationship Type="http://schemas.openxmlformats.org/officeDocument/2006/relationships/notesMaster" Target="/ppt/notesMasters/notesMaster1.xml" Id="Ra456a5a6a3294f5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90ac5e3e93144312" /><Relationship Type="http://schemas.openxmlformats.org/officeDocument/2006/relationships/notesMaster" Target="/ppt/notesMasters/notesMaster1.xml" Id="R0b03a064ba85415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f04b8d5c368e4dcb" /><Relationship Type="http://schemas.openxmlformats.org/officeDocument/2006/relationships/notesMaster" Target="/ppt/notesMasters/notesMaster1.xml" Id="R5794443512d4438b"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489223a845fe4426" /><Relationship Type="http://schemas.openxmlformats.org/officeDocument/2006/relationships/notesMaster" Target="/ppt/notesMasters/notesMaster1.xml" Id="R3b99275c17f9498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e36c03fb6d241da" /><Relationship Type="http://schemas.openxmlformats.org/officeDocument/2006/relationships/notesMaster" Target="/ppt/notesMasters/notesMaster1.xml" Id="Rc130b32525dc46ea"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3ad66d27a4254000" /><Relationship Type="http://schemas.openxmlformats.org/officeDocument/2006/relationships/notesMaster" Target="/ppt/notesMasters/notesMaster1.xml" Id="Re0fc2f4ceffc44a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26e10950bb8c4110" /><Relationship Type="http://schemas.openxmlformats.org/officeDocument/2006/relationships/notesMaster" Target="/ppt/notesMasters/notesMaster1.xml" Id="R508e2fd2709442fb"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e14f79e6059d4117" /><Relationship Type="http://schemas.openxmlformats.org/officeDocument/2006/relationships/notesMaster" Target="/ppt/notesMasters/notesMaster1.xml" Id="Rf793bcf985f143c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5e034771ef944b40" /><Relationship Type="http://schemas.openxmlformats.org/officeDocument/2006/relationships/notesMaster" Target="/ppt/notesMasters/notesMaster1.xml" Id="R918f04a2e4b44225"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44e317fd15794358" /><Relationship Type="http://schemas.openxmlformats.org/officeDocument/2006/relationships/notesMaster" Target="/ppt/notesMasters/notesMaster1.xml" Id="R615465af1e924317"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364c488c7d324ffc" /><Relationship Type="http://schemas.openxmlformats.org/officeDocument/2006/relationships/notesMaster" Target="/ppt/notesMasters/notesMaster1.xml" Id="R2ea5fe41a5684ece"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10d9404ebf7b494f" /><Relationship Type="http://schemas.openxmlformats.org/officeDocument/2006/relationships/notesMaster" Target="/ppt/notesMasters/notesMaster1.xml" Id="R6bb29913adf6440f"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92e9fcc8ffb642be" /><Relationship Type="http://schemas.openxmlformats.org/officeDocument/2006/relationships/notesMaster" Target="/ppt/notesMasters/notesMaster1.xml" Id="Rf0b0c90126f94bab"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8efbd216b81b4296" /><Relationship Type="http://schemas.openxmlformats.org/officeDocument/2006/relationships/notesMaster" Target="/ppt/notesMasters/notesMaster1.xml" Id="Rb3e3386f88a54d1e"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f6519d6652764fdb" /><Relationship Type="http://schemas.openxmlformats.org/officeDocument/2006/relationships/notesMaster" Target="/ppt/notesMasters/notesMaster1.xml" Id="R63c44ed6f35846ed"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0fd3e1d2351c47df" /><Relationship Type="http://schemas.openxmlformats.org/officeDocument/2006/relationships/notesMaster" Target="/ppt/notesMasters/notesMaster1.xml" Id="R0065ffb854e74a6f"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e0a385e6b12d49c2" /><Relationship Type="http://schemas.openxmlformats.org/officeDocument/2006/relationships/notesMaster" Target="/ppt/notesMasters/notesMaster1.xml" Id="Rbacd88bda3d442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answers the sequencing question by transporting the frozen TSLA microscope before adding 6–9-session horizons. The aim is morphology, not a strategy or performance claim.</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runs/research_workbench/operator_hypothesis_lab/own_asset_return_geometry_atlas_20260826/run_spec.csv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and inferential cells were fixed before examining cross-asset outcomes. Complete grids are descriptive; formal inference is limited to seven TSLA-discovered comparisons.</a:t>
            </a:r>
          </a:p>
          <a:p xmlns:a="http://schemas.openxmlformats.org/drawingml/2006/main">
            <a:r>
              <a:t/>
            </a:r>
          </a:p>
          <a:p xmlns:a="http://schemas.openxmlformats.org/drawingml/2006/main">
            <a:r>
              <a:t>[Sources]</a:t>
            </a:r>
          </a:p>
          <a:p xmlns:a="http://schemas.openxmlformats.org/drawingml/2006/main">
            <a:r>
              <a:t>- operator_hypothesis_lab/registries/own_asset_return_geometry_atlas.csv</a:t>
            </a:r>
          </a:p>
          <a:p xmlns:a="http://schemas.openxmlformats.org/drawingml/2006/main">
            <a:r>
              <a:t>- runs/research_workbench/operator_hypothesis_lab/own_asset_return_geometry_atlas_20260826/run_spec.csv</a:t>
            </a:r>
          </a:p>
          <a:p xmlns:a="http://schemas.openxmlformats.org/drawingml/2006/main">
            <a:r>
              <a:t>- runs/research_workbench/operator_hypothesis_lab/own_asset_return_geometry_atlas_20260826/atlas_checks.csv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direction of the TSLA finding repeats in 23 of 29 transport assets. This is breadth evidence for the morphology, not a trading rule.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runs/research_workbench/operator_hypothesis_lab/own_asset_return_geometry_atlas_20260826/visuals/signed_er20_down_p20_f20_asset_effects.png</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runs/research_workbench/operator_hypothesis_lab/own_asset_return_geometry_atlas_20260826/frozen_replication_inference.csv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cross-asset median surface shows a broad long-prior, long-following negative island. That argues against a cell-specific accident and points to the 15–25-session neighborhood if later refinement is authorized.</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runs/research_workbench/operator_hypothesis_lab/own_asset_return_geometry_atlas_20260826/visuals/signed_er20_down_equal_asset_median_heatmap.png</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effect is not confined to operator favorites or high-beta equities. All six behavior groups have negative median correlation at the frozen DOWN p20/f20 cell.</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runs/research_workbench/operator_hypothesis_lab/own_asset_return_geometry_atlas_20260826/visuals/frozen_replication_group_breadth.png</a:t>
            </a:r>
          </a:p>
          <a:p xmlns:a="http://schemas.openxmlformats.org/drawingml/2006/main">
            <a:r>
              <a:t>- runs/research_workbench/operator_hypothesis_lab/own_asset_return_geometry_atlas_20260826/frozen_replication_group_summary.csv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contact sheet is a morphology check. It shows recurring long-horizon rebound geometry without pretending every asset has the same map or effect size.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runs/research_workbench/operator_hypothesis_lab/own_asset_return_geometry_atlas_20260826/visuals/signed_er20_down_asset_heatmap_atlas.png</a:t>
            </a:r>
          </a:p>
          <a:p xmlns:a="http://schemas.openxmlformats.org/drawingml/2006/main">
            <a:r>
              <a:t>- runs/research_workbench/operator_hypothesis_lab/own_asset_return_geometry_atlas_20260826/asset_state_grid_cells.csv</a:t>
            </a:r>
          </a:p>
          <a:p xmlns:a="http://schemas.openxmlformats.org/drawingml/2006/main">
            <a:r>
              <a:t>- runs/research_workbench/operator_hypothesis_lab/own_asset_return_geometry_atlas_20260826/asset_map_similarity_to_tsla.csv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separates the robust descriptive shape from the TSLA-local wrinkle. The DOWN-state long-horizon rebound transports; the unfiltered 1x1 sign kink does not.</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runs/research_workbench/operator_hypothesis_lab/own_asset_return_geometry_atlas_20260826/frozen_replication_group_summary.csv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 strengthens the case that the morphology is real in-sample, but it does not resolve shared-path conditioning, same-date dependence, later-time stability, or realizable returns.</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runs/research_workbench/operator_hypothesis_lab/own_asset_return_geometry_atlas_20260826/report.md</a:t>
            </a:r>
          </a:p>
          <a:p xmlns:a="http://schemas.openxmlformats.org/drawingml/2006/main">
            <a:r>
              <a:t>- runs/research_workbench/operator_hypothesis_lab/own_asset_return_geometry_atlas_20260826/tsla_parity_checks.csv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gives no special reason to add 6–9-session horizons. If the operator opens refinement, the evidence-backed target is the broad 15–25-session neighborhood, ideally with a frozen later-time increment before strategy work.</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atlas can be read as a behavioral microscope. Prior-return sign and the within-branch slope define four archetypes, while the existing state filters change which archetype is most prevalent.</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grammar prevents the investigation from repeatedly renaming whichever cell looks interesting. A positive slope means continuation within that sign branch; a negative slope means reversal within that branch.</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runs/research_workbench/operator_hypothesis_lab/return_geometry_behavior_catalog_20260826/visuals/behavior_archetype_grammar.png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supported cell requires at least 20 estimable assets and at least 60 percent same-sign breadth. These are post-hoc display rules for cataloging the inspected atlas, not inferential thresholds.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runs/research_workbench/operator_hypothesis_lab/return_geometry_behavior_catalog_20260826/visuals/behavior_state_catalog.png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classical momentum-like branch is visible, but not where a simple trending-up intuition would put it. It clusters most strongly in path-sideways observations and more modestly in low ATR percent; the signed-up state instead leans toward gain exhaustion.</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runs/research_workbench/operator_hypothesis_lab/return_geometry_behavior_catalog_20260826/visuals/gain_continuation_state_heatmaps.png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atlas-wide catalog dims the spotlight on one TSLA-discovered cell. Loss rebound is a broad family of geometry across several states, although signed-down maps retain structural blanks where conditioning and prior sign cannot coexist.</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runs/research_workbench/operator_hypothesis_lab/return_geometry_behavior_catalog_20260826/visuals/loss_rebound_state_heatmaps.png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Information diffusion, extension, overshoot, liquidity relief, volatility normalization, and forced deleveraging are candidate mechanisms only. Shared-path selection, overlap, drift, and common shocks remain competing explanations.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runs/research_workbench/operator_hypothesis_lab/return_geometry_behavior_catalog_20260826/visuals/behavior_mechanism_theses.png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catalog is a naming and discrimination layer. It earns clearer hypothesis generation, not a strategy. Any next confirmation should predeclare one archetype, one state, and one horizon neighborhood rather than search the complete atlas again.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runs/research_workbench/operator_hypothesis_lab/return_geometry_behavior_catalog_20260826/behavior_catalog_state_summary.csv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coarse atlas earned one finer descriptive slice. The question is topological: bounded island, exact-window artifact, or broad open surface. The slice does not search for a tradable parameter.</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runs/research_workbench/operator_hypothesis_lab/return_geometry_rebound_topology_20260827/run_spec.csv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the horizon resolution changes. The primary state and two comparators were declared before the surface was interpreted, and the old coarse cells serve as an exact parity check.</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runs/research_workbench/operator_hypothesis_lab/return_geometry_rebound_topology_20260827/run_spec.csv</a:t>
            </a:r>
          </a:p>
          <a:p xmlns:a="http://schemas.openxmlformats.org/drawingml/2006/main">
            <a:r>
              <a:t>- runs/research_workbench/operator_hypothesis_lab/return_geometry_rebound_topology_20260827/topology_checks.csv</a:t>
            </a:r>
          </a:p>
          <a:p xmlns:a="http://schemas.openxmlformats.org/drawingml/2006/main">
            <a:r>
              <a:t>- operator_hypothesis_lab/registries/own_asset_return_geometry_atlas.csv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Black outlines mark the predeclared strong-cell rule. The signed-down component spans 414 cells and touches every edge of the inspected 10–30 grid.</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runs/research_workbench/operator_hypothesis_lab/return_geometry_rebound_topology_20260827/visuals/fine_grid_equal_asset_median_surfaces.png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Cross-asset breadth is the guard against a single-name color patch. It does not turn common calendar observations into independent evidence.</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runs/research_workbench/operator_hypothesis_lab/return_geometry_rebound_topology_20260827/visuals/fine_grid_cross_asset_breadth_surfaces.png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signed-down prior-20 row median differs from adjacent rows by only -0.0036; its following-20 column differs from adjacent columns by -0.0099. That reduces, but does not eliminate, shared-path coupling concern.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runs/research_workbench/operator_hypothesis_lab/return_geometry_rebound_topology_20260827/visuals/p20_topology_cross_sections.png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group maps preserve identity rather than pooling everything into one result. Five assets per group are enough to show heterogeneity, not to estimate an asset-class population.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runs/research_workbench/operator_hypothesis_lab/return_geometry_rebound_topology_20260827/visuals/signed_down_behavior_group_surfaces.png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largest strong component touches the grid boundary. The correct label is open plateau or ridge; 20→26 and 18→24 are descriptive extrema, not selected parameters.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runs/research_workbench/operator_hypothesis_lab/return_geometry_rebound_topology_20260827/visuals/topology_coverage_summary.png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fine grid answers the approved question: the transported rebound is a broad open surface rather than an exact-window island. The current 30 assets are sufficient for that diagnosis, but not for population-level asset-class claims. No later data, horizon extension, breadth expansion, or rule is opened here.</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fine-grid result was open at 30, so this slice asks a narrow boundary question. Sparse checkpoints protect the operator from turning one descriptive plateau into a dense endpoint search.</a:t>
            </a:r>
          </a:p>
          <a:p xmlns:a="http://schemas.openxmlformats.org/drawingml/2006/main">
            <a:r>
              <a:t/>
            </a:r>
          </a:p>
          <a:p xmlns:a="http://schemas.openxmlformats.org/drawingml/2006/main">
            <a:r>
              <a:t>[Sources]</a:t>
            </a:r>
          </a:p>
          <a:p xmlns:a="http://schemas.openxmlformats.org/drawingml/2006/main">
            <a:r>
              <a:t>- operator_hypothesis_lab/docs/OWN_ASSET_RETURN_GEOMETRY_REBOUND_BOUNDARY_PROBE_2018_2023.md</a:t>
            </a:r>
          </a:p>
          <a:p xmlns:a="http://schemas.openxmlformats.org/drawingml/2006/main">
            <a:r>
              <a:t>- runs/research_workbench/operator_hypothesis_lab/return_geometry_rebound_boundary_probe_20260827/run_spec.csv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union contains 147 unique prior/following pairs. Both orientations are measured: vary prior with following fixed, and vary following with prior fixed. Shared 10–30 cells must match the preceding packet exactly.</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runs/research_workbench/operator_hypothesis_lab/return_geometry_rebound_boundary_probe_20260827/probe_registry.csv</a:t>
            </a:r>
          </a:p>
          <a:p xmlns:a="http://schemas.openxmlformats.org/drawingml/2006/main">
            <a:r>
              <a:t>- runs/research_workbench/operator_hypothesis_lab/return_geometry_rebound_boundary_probe_20260827/boundary_probe_checks.csv</a:t>
            </a:r>
          </a:p>
          <a:p xmlns:a="http://schemas.openxmlformats.org/drawingml/2006/main">
            <a:r>
              <a:t>- operator_hypothesis_lab/registries/own_asset_return_geometry_atlas.csv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condition, orientation, and fixed-anchor path remains breadth-supported and strong at 35, 40, 50, 75, and 100 sessions. This is one cumulative morphology result, not 18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runs/research_workbench/operator_hypothesis_lab/return_geometry_rebound_boundary_probe_20260827/visuals/boundary_equal_asset_cross_sections.png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breadth view guards against one or two names driving the equal-asset median. Same-date observations remain dependent, so breadth does not create independent time experiments.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runs/research_workbench/operator_hypothesis_lab/return_geometry_rebound_boundary_probe_20260827/visuals/boundary_cross_asset_breadth.png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signed-down boundary matrix remains strong in both orientations. The most negative outer values occur when the prior anchor stays at 20–30 and cumulative following return expands to 100.</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runs/research_workbench/operator_hypothesis_lab/return_geometry_rebound_boundary_probe_20260827/visuals/signed_down_outer_checkpoint_matrix.png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100-session signed-down boundary, equity-ETF group medians are about -0.58 to -0.67. Non-equity proxy medians are only about -0.03 to -0.06 when the following horizon expands. Five-name groups remain descriptive.</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runs/research_workbench/operator_hypothesis_lab/return_geometry_rebound_boundary_probe_20260827/visuals/signed_down_group_boundary_cross_sections.png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Longer windows reduce the number of completed observations, especially after signed-down filtering, but the descriptive support guardrails remain satisfied through 100 sessions.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runs/research_workbench/operator_hypothesis_lab/return_geometry_rebound_boundary_probe_20260827/visuals/boundary_sample_support.png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100-session cumulative future return includes every earlier return block. Persistence at 100 may mean that a rebound happened early and remains embedded in the total; it does not show that new return continues for 100 sessions. Incremental blocks are the clean next measurement.</a:t>
            </a:r>
          </a:p>
          <a:p xmlns:a="http://schemas.openxmlformats.org/drawingml/2006/main">
            <a:r>
              <a:t/>
            </a:r>
          </a:p>
          <a:p xmlns:a="http://schemas.openxmlformats.org/drawingml/2006/main">
            <a:r>
              <a:t>[Sources]</a:t>
            </a:r>
          </a:p>
          <a:p xmlns:a="http://schemas.openxmlformats.org/drawingml/2006/main">
            <a:r>
              <a:t>- operator_hypothesis_lab/docs/OWN_ASSET_RETURN_GEOMETRY_REBOUND_BOUNDARY_PROBE_2018_2023.md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4d6daf03c94a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dea772098d4b9b" /><Relationship Type="http://schemas.openxmlformats.org/officeDocument/2006/relationships/slideLayout" Target="/ppt/slideLayouts/slideLayout1.xml" Id="R565501720af949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5501720af949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31560cbaa2c4a7c" /><Relationship Type="http://schemas.openxmlformats.org/officeDocument/2006/relationships/notesSlide" Target="/ppt/notesSlides/notesSlide1.xml" Id="R3aca3854ded740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aeb452b621e4835" /><Relationship Type="http://schemas.openxmlformats.org/officeDocument/2006/relationships/notesSlide" Target="/ppt/notesSlides/notesSlide2.xml" Id="R2f9a71849ce141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524850105f44ea3" /><Relationship Type="http://schemas.openxmlformats.org/officeDocument/2006/relationships/notesSlide" Target="/ppt/notesSlides/notesSlide3.xml" Id="R3d7c6e598c6f48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9db1db439274b34" /><Relationship Type="http://schemas.openxmlformats.org/officeDocument/2006/relationships/image" Target="/ppt/media/image.png" Id="R50dfbcb74e684af2" /><Relationship Type="http://schemas.openxmlformats.org/officeDocument/2006/relationships/notesSlide" Target="/ppt/notesSlides/notesSlide4.xml" Id="R8e250ec8785948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e39b2234163405b" /><Relationship Type="http://schemas.openxmlformats.org/officeDocument/2006/relationships/image" Target="/ppt/media/image2.png" Id="R369ed1cb85824119" /><Relationship Type="http://schemas.openxmlformats.org/officeDocument/2006/relationships/notesSlide" Target="/ppt/notesSlides/notesSlide5.xml" Id="Re4b10c38f48a45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98a3364bcbb4ed8" /><Relationship Type="http://schemas.openxmlformats.org/officeDocument/2006/relationships/notesSlide" Target="/ppt/notesSlides/notesSlide6.xml" Id="R12589b68bc614c8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b4a8b4a68442fe" /><Relationship Type="http://schemas.openxmlformats.org/officeDocument/2006/relationships/image" Target="/ppt/media/image3.png" Id="Ra9d0003bd3d74ca8" /><Relationship Type="http://schemas.openxmlformats.org/officeDocument/2006/relationships/notesSlide" Target="/ppt/notesSlides/notesSlide7.xml" Id="R5beaebaa2d0848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3816ed467d34e6e" /><Relationship Type="http://schemas.openxmlformats.org/officeDocument/2006/relationships/image" Target="/ppt/media/image4.png" Id="R39920deec45b4949" /><Relationship Type="http://schemas.openxmlformats.org/officeDocument/2006/relationships/notesSlide" Target="/ppt/notesSlides/notesSlide8.xml" Id="R0429cc0a3cc74fa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df6cd2260a24352" /><Relationship Type="http://schemas.openxmlformats.org/officeDocument/2006/relationships/image" Target="/ppt/media/image5.png" Id="R2a318eb18dfb4433" /><Relationship Type="http://schemas.openxmlformats.org/officeDocument/2006/relationships/notesSlide" Target="/ppt/notesSlides/notesSlide9.xml" Id="R2052fddc2b0348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b9271314bfa41d3" /><Relationship Type="http://schemas.openxmlformats.org/officeDocument/2006/relationships/image" Target="/ppt/media/image6.png" Id="Rf8bbb37d8f704748" /><Relationship Type="http://schemas.openxmlformats.org/officeDocument/2006/relationships/notesSlide" Target="/ppt/notesSlides/notesSlide10.xml" Id="R7bd507a8d59d42a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82d837479f749d4" /><Relationship Type="http://schemas.openxmlformats.org/officeDocument/2006/relationships/notesSlide" Target="/ppt/notesSlides/notesSlide11.xml" Id="R2e3472a65f704f8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bac29a4defb4c5d" /><Relationship Type="http://schemas.openxmlformats.org/officeDocument/2006/relationships/notesSlide" Target="/ppt/notesSlides/notesSlide12.xml" Id="R2dab68d15bef44a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780e8298c924867" /><Relationship Type="http://schemas.openxmlformats.org/officeDocument/2006/relationships/notesSlide" Target="/ppt/notesSlides/notesSlide13.xml" Id="R9626d525cced448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a925930d78e4f48" /><Relationship Type="http://schemas.openxmlformats.org/officeDocument/2006/relationships/image" Target="/ppt/media/image7.png" Id="R3ab065d4efda4959" /><Relationship Type="http://schemas.openxmlformats.org/officeDocument/2006/relationships/notesSlide" Target="/ppt/notesSlides/notesSlide14.xml" Id="R632cada5f48a49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deec5b2541a4d1a" /><Relationship Type="http://schemas.openxmlformats.org/officeDocument/2006/relationships/image" Target="/ppt/media/image8.png" Id="Ra4384f3c5acf42f9" /><Relationship Type="http://schemas.openxmlformats.org/officeDocument/2006/relationships/notesSlide" Target="/ppt/notesSlides/notesSlide15.xml" Id="Re84cec26686344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42b0018e0d84faa" /><Relationship Type="http://schemas.openxmlformats.org/officeDocument/2006/relationships/image" Target="/ppt/media/image9.png" Id="R6e812451f29d457d" /><Relationship Type="http://schemas.openxmlformats.org/officeDocument/2006/relationships/notesSlide" Target="/ppt/notesSlides/notesSlide16.xml" Id="Rce9a8e0f023a4c0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d705ece3a8c49ff" /><Relationship Type="http://schemas.openxmlformats.org/officeDocument/2006/relationships/notesSlide" Target="/ppt/notesSlides/notesSlide17.xml" Id="R4e2fbf7f8a9943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62269238e0c48bd" /><Relationship Type="http://schemas.openxmlformats.org/officeDocument/2006/relationships/notesSlide" Target="/ppt/notesSlides/notesSlide18.xml" Id="R7332aa1a318f41c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2d4de988a240a9" /><Relationship Type="http://schemas.openxmlformats.org/officeDocument/2006/relationships/notesSlide" Target="/ppt/notesSlides/notesSlide19.xml" Id="R4619e99bdb634a5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ac689f5dacb48a2" /><Relationship Type="http://schemas.openxmlformats.org/officeDocument/2006/relationships/image" Target="/ppt/media/image10.png" Id="Ra1b9e2826c784a8c" /><Relationship Type="http://schemas.openxmlformats.org/officeDocument/2006/relationships/notesSlide" Target="/ppt/notesSlides/notesSlide20.xml" Id="R41377a09af144b9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ba2a36ee23f42e7" /><Relationship Type="http://schemas.openxmlformats.org/officeDocument/2006/relationships/image" Target="/ppt/media/image11.png" Id="R8a5cf1699e9c40d0" /><Relationship Type="http://schemas.openxmlformats.org/officeDocument/2006/relationships/notesSlide" Target="/ppt/notesSlides/notesSlide21.xml" Id="R67c07077aa794bb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50225c106184938" /><Relationship Type="http://schemas.openxmlformats.org/officeDocument/2006/relationships/image" Target="/ppt/media/image12.png" Id="Rf103afc7a1fb4ee0" /><Relationship Type="http://schemas.openxmlformats.org/officeDocument/2006/relationships/notesSlide" Target="/ppt/notesSlides/notesSlide22.xml" Id="R2b6c30f136e84ab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be57199b2544672" /><Relationship Type="http://schemas.openxmlformats.org/officeDocument/2006/relationships/notesSlide" Target="/ppt/notesSlides/notesSlide23.xml" Id="Rb68ef69916754b5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747ae9b0ede4738" /><Relationship Type="http://schemas.openxmlformats.org/officeDocument/2006/relationships/notesSlide" Target="/ppt/notesSlides/notesSlide24.xml" Id="Rcea81f8ed99947a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6123d2f4677477b" /><Relationship Type="http://schemas.openxmlformats.org/officeDocument/2006/relationships/notesSlide" Target="/ppt/notesSlides/notesSlide25.xml" Id="R18b4d49e3725466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21352f8dd8c4438" /><Relationship Type="http://schemas.openxmlformats.org/officeDocument/2006/relationships/image" Target="/ppt/media/image13.png" Id="R60e9f301ffcc4f6a" /><Relationship Type="http://schemas.openxmlformats.org/officeDocument/2006/relationships/notesSlide" Target="/ppt/notesSlides/notesSlide26.xml" Id="R8cf01ff40bc34b0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01a458783f74ca4" /><Relationship Type="http://schemas.openxmlformats.org/officeDocument/2006/relationships/image" Target="/ppt/media/image14.png" Id="R46c064f477ca4606" /><Relationship Type="http://schemas.openxmlformats.org/officeDocument/2006/relationships/notesSlide" Target="/ppt/notesSlides/notesSlide27.xml" Id="R33269da048cb492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70ffbfe11954e0e" /><Relationship Type="http://schemas.openxmlformats.org/officeDocument/2006/relationships/image" Target="/ppt/media/image15.png" Id="Rc989d5f76a104ab5" /><Relationship Type="http://schemas.openxmlformats.org/officeDocument/2006/relationships/notesSlide" Target="/ppt/notesSlides/notesSlide28.xml" Id="R6fff78fe2fb94f3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d012d53fbac47cd" /><Relationship Type="http://schemas.openxmlformats.org/officeDocument/2006/relationships/image" Target="/ppt/media/image16.png" Id="Re38c2a733ba145a3" /><Relationship Type="http://schemas.openxmlformats.org/officeDocument/2006/relationships/notesSlide" Target="/ppt/notesSlides/notesSlide29.xml" Id="Ra0e8b2db8a3447a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0aa919bb43f49b0" /><Relationship Type="http://schemas.openxmlformats.org/officeDocument/2006/relationships/image" Target="/ppt/media/image17.png" Id="Re3defe3d569242a6" /><Relationship Type="http://schemas.openxmlformats.org/officeDocument/2006/relationships/notesSlide" Target="/ppt/notesSlides/notesSlide30.xml" Id="R2e3c6d370e654c1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98c7c0626dc470e" /><Relationship Type="http://schemas.openxmlformats.org/officeDocument/2006/relationships/notesSlide" Target="/ppt/notesSlides/notesSlide31.xml" Id="R2ae6a3fc503e496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2a11e273b754d5b" /><Relationship Type="http://schemas.openxmlformats.org/officeDocument/2006/relationships/notesSlide" Target="/ppt/notesSlides/notesSlide32.xml" Id="R2d273a236fae4f6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59e81c256c24b29" /><Relationship Type="http://schemas.openxmlformats.org/officeDocument/2006/relationships/notesSlide" Target="/ppt/notesSlides/notesSlide33.xml" Id="Rcd03b22964b645a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9e20472cb7e4ef5" /><Relationship Type="http://schemas.openxmlformats.org/officeDocument/2006/relationships/image" Target="/ppt/media/image18.png" Id="Rad4390c5b5074f24" /><Relationship Type="http://schemas.openxmlformats.org/officeDocument/2006/relationships/image" Target="/ppt/media/image19.png" Id="Rea78b871f6f64947" /><Relationship Type="http://schemas.openxmlformats.org/officeDocument/2006/relationships/notesSlide" Target="/ppt/notesSlides/notesSlide34.xml" Id="Rab394280c7354c0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38a3b2983d454023" /><Relationship Type="http://schemas.openxmlformats.org/officeDocument/2006/relationships/image" Target="/ppt/media/image20.png" Id="R3ad9a5d0aac4435b" /><Relationship Type="http://schemas.openxmlformats.org/officeDocument/2006/relationships/image" Target="/ppt/media/image21.png" Id="R14c8fddcaea94781" /><Relationship Type="http://schemas.openxmlformats.org/officeDocument/2006/relationships/notesSlide" Target="/ppt/notesSlides/notesSlide35.xml" Id="R546bd82adc2b42f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38ca767d38e452b" /><Relationship Type="http://schemas.openxmlformats.org/officeDocument/2006/relationships/image" Target="/ppt/media/image22.png" Id="R6f87118d68154af9" /><Relationship Type="http://schemas.openxmlformats.org/officeDocument/2006/relationships/image" Target="/ppt/media/image23.png" Id="R27308f23f6ed4b84" /><Relationship Type="http://schemas.openxmlformats.org/officeDocument/2006/relationships/notesSlide" Target="/ppt/notesSlides/notesSlide36.xml" Id="R25b70e8cf736400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9da0b55e9b08450b" /><Relationship Type="http://schemas.openxmlformats.org/officeDocument/2006/relationships/image" Target="/ppt/media/image24.png" Id="R543395c11f734cfc" /><Relationship Type="http://schemas.openxmlformats.org/officeDocument/2006/relationships/image" Target="/ppt/media/image25.png" Id="R646f38954e604d58" /><Relationship Type="http://schemas.openxmlformats.org/officeDocument/2006/relationships/notesSlide" Target="/ppt/notesSlides/notesSlide37.xml" Id="Rd01f0c5e7c3045b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8c5cdb565874227" /><Relationship Type="http://schemas.openxmlformats.org/officeDocument/2006/relationships/image" Target="/ppt/media/image26.png" Id="R51a69f24045f41c3" /><Relationship Type="http://schemas.openxmlformats.org/officeDocument/2006/relationships/image" Target="/ppt/media/image27.png" Id="R463c8ca27eaa41fd" /><Relationship Type="http://schemas.openxmlformats.org/officeDocument/2006/relationships/notesSlide" Target="/ppt/notesSlides/notesSlide38.xml" Id="R6a9a472b23ae418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3e409b5e41d44832" /><Relationship Type="http://schemas.openxmlformats.org/officeDocument/2006/relationships/notesSlide" Target="/ppt/notesSlides/notesSlide39.xml" Id="R565a4949cab3498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9fffe368539d4c46" /><Relationship Type="http://schemas.openxmlformats.org/officeDocument/2006/relationships/notesSlide" Target="/ppt/notesSlides/notesSlide40.xml" Id="Rd72f7e0eed3f4f3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0371770223f40e9" /><Relationship Type="http://schemas.openxmlformats.org/officeDocument/2006/relationships/notesSlide" Target="/ppt/notesSlides/notesSlide41.xml" Id="R5235160dda184e6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71932c0ab1b4559" /><Relationship Type="http://schemas.openxmlformats.org/officeDocument/2006/relationships/image" Target="/ppt/media/image18.png" Id="R3ff99cba759147ae" /><Relationship Type="http://schemas.openxmlformats.org/officeDocument/2006/relationships/image" Target="/ppt/media/image28.png" Id="R3db8572aed314ea9" /><Relationship Type="http://schemas.openxmlformats.org/officeDocument/2006/relationships/notesSlide" Target="/ppt/notesSlides/notesSlide42.xml" Id="Ra1f7f9c9ece5402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866961696c34701" /><Relationship Type="http://schemas.openxmlformats.org/officeDocument/2006/relationships/image" Target="/ppt/media/image20.png" Id="R9964a2a49fbe405b" /><Relationship Type="http://schemas.openxmlformats.org/officeDocument/2006/relationships/image" Target="/ppt/media/image29.png" Id="R12f49e97063a453d" /><Relationship Type="http://schemas.openxmlformats.org/officeDocument/2006/relationships/notesSlide" Target="/ppt/notesSlides/notesSlide43.xml" Id="R0ac859ce6906499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71b2a8b5759f4897" /><Relationship Type="http://schemas.openxmlformats.org/officeDocument/2006/relationships/image" Target="/ppt/media/image22.png" Id="Rd660d82e999044ac" /><Relationship Type="http://schemas.openxmlformats.org/officeDocument/2006/relationships/image" Target="/ppt/media/image30.png" Id="Rd8767cd5e920477a" /><Relationship Type="http://schemas.openxmlformats.org/officeDocument/2006/relationships/notesSlide" Target="/ppt/notesSlides/notesSlide44.xml" Id="Rfd9f9dd2aaa34b2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83dc7f9fba1f486f" /><Relationship Type="http://schemas.openxmlformats.org/officeDocument/2006/relationships/image" Target="/ppt/media/image24.png" Id="R338b230261c44ac5" /><Relationship Type="http://schemas.openxmlformats.org/officeDocument/2006/relationships/image" Target="/ppt/media/image31.png" Id="R841826e0daad44c5" /><Relationship Type="http://schemas.openxmlformats.org/officeDocument/2006/relationships/notesSlide" Target="/ppt/notesSlides/notesSlide45.xml" Id="Rff8f5f9a327941b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7a664ea909434d94" /><Relationship Type="http://schemas.openxmlformats.org/officeDocument/2006/relationships/image" Target="/ppt/media/image26.png" Id="R02b0a9201b3c440f" /><Relationship Type="http://schemas.openxmlformats.org/officeDocument/2006/relationships/image" Target="/ppt/media/image32.png" Id="R7e10bc98cc904df4" /><Relationship Type="http://schemas.openxmlformats.org/officeDocument/2006/relationships/notesSlide" Target="/ppt/notesSlides/notesSlide46.xml" Id="R7a336e48e6a74ec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d110cf021514dcd" /><Relationship Type="http://schemas.openxmlformats.org/officeDocument/2006/relationships/notesSlide" Target="/ppt/notesSlides/notesSlide47.xml" Id="R1a0b698ae10440f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1ba85dc0b7214070" /><Relationship Type="http://schemas.openxmlformats.org/officeDocument/2006/relationships/notesSlide" Target="/ppt/notesSlides/notesSlide48.xml" Id="R0198b27b8e2f4bb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d771dc72b2747b3" /><Relationship Type="http://schemas.openxmlformats.org/officeDocument/2006/relationships/notesSlide" Target="/ppt/notesSlides/notesSlide49.xml" Id="R235e4f6e93934b6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fd8a595ee2664cec" /><Relationship Type="http://schemas.openxmlformats.org/officeDocument/2006/relationships/image" Target="/ppt/media/image20.png" Id="R7df71f4a16e244c0" /><Relationship Type="http://schemas.openxmlformats.org/officeDocument/2006/relationships/image" Target="/ppt/media/image33.png" Id="Rde5f10571df44b78" /><Relationship Type="http://schemas.openxmlformats.org/officeDocument/2006/relationships/notesSlide" Target="/ppt/notesSlides/notesSlide50.xml" Id="R72924441b1ce47f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aa049be590414ff2" /><Relationship Type="http://schemas.openxmlformats.org/officeDocument/2006/relationships/image" Target="/ppt/media/image20.png" Id="R625f3963da7348c2" /><Relationship Type="http://schemas.openxmlformats.org/officeDocument/2006/relationships/image" Target="/ppt/media/image34.png" Id="R9f83b2a774f54a2e" /><Relationship Type="http://schemas.openxmlformats.org/officeDocument/2006/relationships/notesSlide" Target="/ppt/notesSlides/notesSlide51.xml" Id="R4b1cef10ab9f4f5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a7eba136e7c34bde" /><Relationship Type="http://schemas.openxmlformats.org/officeDocument/2006/relationships/image" Target="/ppt/media/image26.png" Id="Rbeff6e9dfa1a4365" /><Relationship Type="http://schemas.openxmlformats.org/officeDocument/2006/relationships/image" Target="/ppt/media/image35.png" Id="Raee3138672f849c3" /><Relationship Type="http://schemas.openxmlformats.org/officeDocument/2006/relationships/notesSlide" Target="/ppt/notesSlides/notesSlide52.xml" Id="R0f77ad6535574d8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c5ce79e80a948fa" /><Relationship Type="http://schemas.openxmlformats.org/officeDocument/2006/relationships/image" Target="/ppt/media/image7.png" Id="R57fdf7e22c8f47c2" /><Relationship Type="http://schemas.openxmlformats.org/officeDocument/2006/relationships/image" Target="/ppt/media/image36.png" Id="R06fb6e1989f24305" /><Relationship Type="http://schemas.openxmlformats.org/officeDocument/2006/relationships/notesSlide" Target="/ppt/notesSlides/notesSlide53.xml" Id="Re4b41cb7d18b4c2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68158d518cf418b" /><Relationship Type="http://schemas.openxmlformats.org/officeDocument/2006/relationships/notesSlide" Target="/ppt/notesSlides/notesSlide54.xml" Id="Reff71913b933417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60a15b0f4924ff6" /><Relationship Type="http://schemas.openxmlformats.org/officeDocument/2006/relationships/notesSlide" Target="/ppt/notesSlides/notesSlide55.xml" Id="R8fc1f303a3f1479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01d6e485f67c44a1" /><Relationship Type="http://schemas.openxmlformats.org/officeDocument/2006/relationships/notesSlide" Target="/ppt/notesSlides/notesSlide56.xml" Id="R7cc69686f313480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d9127181cce4191" /><Relationship Type="http://schemas.openxmlformats.org/officeDocument/2006/relationships/image" Target="/ppt/media/image37.png" Id="Rf58e693c3f3a495a" /><Relationship Type="http://schemas.openxmlformats.org/officeDocument/2006/relationships/image" Target="/ppt/media/image38.png" Id="R83f4d62cca1740d1" /><Relationship Type="http://schemas.openxmlformats.org/officeDocument/2006/relationships/notesSlide" Target="/ppt/notesSlides/notesSlide57.xml" Id="Rd2e44d5cd98e4f0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3fef40c2bc524c46" /><Relationship Type="http://schemas.openxmlformats.org/officeDocument/2006/relationships/image" Target="/ppt/media/image7.png" Id="R3f305225b49b4057" /><Relationship Type="http://schemas.openxmlformats.org/officeDocument/2006/relationships/image" Target="/ppt/media/image39.png" Id="R8afddf6838c44b7a" /><Relationship Type="http://schemas.openxmlformats.org/officeDocument/2006/relationships/notesSlide" Target="/ppt/notesSlides/notesSlide58.xml" Id="R82680be4a2db46c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ef6f3fce939846d2" /><Relationship Type="http://schemas.openxmlformats.org/officeDocument/2006/relationships/notesSlide" Target="/ppt/notesSlides/notesSlide59.xml" Id="R928b8454282f403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18d55cca1550431a" /><Relationship Type="http://schemas.openxmlformats.org/officeDocument/2006/relationships/image" Target="/ppt/media/image40.png" Id="R3ae8d6a2752e4317" /><Relationship Type="http://schemas.openxmlformats.org/officeDocument/2006/relationships/image" Target="/ppt/media/image41.png" Id="R9354ecc3ef0e498b" /><Relationship Type="http://schemas.openxmlformats.org/officeDocument/2006/relationships/notesSlide" Target="/ppt/notesSlides/notesSlide60.xml" Id="R795fd22abc9b4b1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3faf0900e6d4106" /><Relationship Type="http://schemas.openxmlformats.org/officeDocument/2006/relationships/image" Target="/ppt/media/image42.png" Id="R16f88208d3f2480e" /><Relationship Type="http://schemas.openxmlformats.org/officeDocument/2006/relationships/image" Target="/ppt/media/image43.png" Id="R7162f707580e445b" /><Relationship Type="http://schemas.openxmlformats.org/officeDocument/2006/relationships/notesSlide" Target="/ppt/notesSlides/notesSlide61.xml" Id="R4f63de6663f74ff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b7b5b9e9f954fcc" /><Relationship Type="http://schemas.openxmlformats.org/officeDocument/2006/relationships/notesSlide" Target="/ppt/notesSlides/notesSlide62.xml" Id="R2009fe8656f74c3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f239b9345c744c3" /><Relationship Type="http://schemas.openxmlformats.org/officeDocument/2006/relationships/notesSlide" Target="/ppt/notesSlides/notesSlide63.xml" Id="R236185ae009a499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c34bb639a7534b42" /><Relationship Type="http://schemas.openxmlformats.org/officeDocument/2006/relationships/notesSlide" Target="/ppt/notesSlides/notesSlide64.xml" Id="R2f5c02b4a5c6489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af02c5ae53bf463c" /><Relationship Type="http://schemas.openxmlformats.org/officeDocument/2006/relationships/image" Target="/ppt/media/image44.png" Id="R29ad54e760c549f7" /><Relationship Type="http://schemas.openxmlformats.org/officeDocument/2006/relationships/notesSlide" Target="/ppt/notesSlides/notesSlide65.xml" Id="Rceeb045b30594637"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624aba137424085" /><Relationship Type="http://schemas.openxmlformats.org/officeDocument/2006/relationships/notesSlide" Target="/ppt/notesSlides/notesSlide66.xml" Id="R9edd2d4c1f2843d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29897aa5d5a8435d" /><Relationship Type="http://schemas.openxmlformats.org/officeDocument/2006/relationships/notesSlide" Target="/ppt/notesSlides/notesSlide67.xml" Id="Rbe3e2de10abe400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21e71208d28944b8" /><Relationship Type="http://schemas.openxmlformats.org/officeDocument/2006/relationships/notesSlide" Target="/ppt/notesSlides/notesSlide68.xml" Id="R6a62f46b93014b0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52f353814ef45f0" /><Relationship Type="http://schemas.openxmlformats.org/officeDocument/2006/relationships/image" Target="/ppt/media/image45.png" Id="Rf8afbd0a700843c6" /><Relationship Type="http://schemas.openxmlformats.org/officeDocument/2006/relationships/notesSlide" Target="/ppt/notesSlides/notesSlide69.xml" Id="R31459168889a408c"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2c170fa8990849f9" /><Relationship Type="http://schemas.openxmlformats.org/officeDocument/2006/relationships/image" Target="/ppt/media/image46.png" Id="R30640762efb34bb3" /><Relationship Type="http://schemas.openxmlformats.org/officeDocument/2006/relationships/notesSlide" Target="/ppt/notesSlides/notesSlide70.xml" Id="R6dcc675c4dee4e5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589346a64254c68" /><Relationship Type="http://schemas.openxmlformats.org/officeDocument/2006/relationships/image" Target="/ppt/media/image47.png" Id="R3e200d9cef064508" /><Relationship Type="http://schemas.openxmlformats.org/officeDocument/2006/relationships/notesSlide" Target="/ppt/notesSlides/notesSlide71.xml" Id="R8042ac88c7594a8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1a5cf04ac9504881" /><Relationship Type="http://schemas.openxmlformats.org/officeDocument/2006/relationships/image" Target="/ppt/media/image48.png" Id="R29c60fdf7fe54e92" /><Relationship Type="http://schemas.openxmlformats.org/officeDocument/2006/relationships/notesSlide" Target="/ppt/notesSlides/notesSlide72.xml" Id="Rb12f348e1d634af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c0eda675b1104c9e" /><Relationship Type="http://schemas.openxmlformats.org/officeDocument/2006/relationships/notesSlide" Target="/ppt/notesSlides/notesSlide73.xml" Id="R694ee42269aa4a1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c60b068ba044aaa" /><Relationship Type="http://schemas.openxmlformats.org/officeDocument/2006/relationships/notesSlide" Target="/ppt/notesSlides/notesSlide74.xml" Id="Rebb4e9f88b5d426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c6fb55d5bbbe4c47" /><Relationship Type="http://schemas.openxmlformats.org/officeDocument/2006/relationships/notesSlide" Target="/ppt/notesSlides/notesSlide75.xml" Id="R1a9964d2aa5c4b0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4605f616ee004791" /><Relationship Type="http://schemas.openxmlformats.org/officeDocument/2006/relationships/image" Target="/ppt/media/image49.png" Id="R52d3aa5171624214" /><Relationship Type="http://schemas.openxmlformats.org/officeDocument/2006/relationships/notesSlide" Target="/ppt/notesSlides/notesSlide76.xml" Id="R123e3a79491b46e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2180da6112aa48e5" /><Relationship Type="http://schemas.openxmlformats.org/officeDocument/2006/relationships/image" Target="/ppt/media/image50.png" Id="R9e1053217696457f" /><Relationship Type="http://schemas.openxmlformats.org/officeDocument/2006/relationships/notesSlide" Target="/ppt/notesSlides/notesSlide77.xml" Id="R3e65b3de77c046d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5262ff0e828e4585" /><Relationship Type="http://schemas.openxmlformats.org/officeDocument/2006/relationships/image" Target="/ppt/media/image51.png" Id="Rb390b0934dd645e5" /><Relationship Type="http://schemas.openxmlformats.org/officeDocument/2006/relationships/notesSlide" Target="/ppt/notesSlides/notesSlide78.xml" Id="R7a7679cad45f48d8"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8545df5e702d4bbe" /><Relationship Type="http://schemas.openxmlformats.org/officeDocument/2006/relationships/image" Target="/ppt/media/image52.png" Id="R8a9ea061922f4c73" /><Relationship Type="http://schemas.openxmlformats.org/officeDocument/2006/relationships/notesSlide" Target="/ppt/notesSlides/notesSlide79.xml" Id="Rac0380ff31654f1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ff940a8a3c8244fb" /><Relationship Type="http://schemas.openxmlformats.org/officeDocument/2006/relationships/notesSlide" Target="/ppt/notesSlides/notesSlide80.xml" Id="Rda50f62060104eb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fde28e0a1ea54cfc" /><Relationship Type="http://schemas.openxmlformats.org/officeDocument/2006/relationships/notesSlide" Target="/ppt/notesSlides/notesSlide81.xml" Id="R9a5bd42a014847b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e9c5b31dd3d74056" /><Relationship Type="http://schemas.openxmlformats.org/officeDocument/2006/relationships/notesSlide" Target="/ppt/notesSlides/notesSlide82.xml" Id="R179e3ef5594247a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f0610b7956c840b8" /><Relationship Type="http://schemas.openxmlformats.org/officeDocument/2006/relationships/notesSlide" Target="/ppt/notesSlides/notesSlide83.xml" Id="Rf9257b85f766499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99846834219f474a" /><Relationship Type="http://schemas.openxmlformats.org/officeDocument/2006/relationships/image" Target="/ppt/media/image53.png" Id="R84bcc3f3ee334c34" /><Relationship Type="http://schemas.openxmlformats.org/officeDocument/2006/relationships/notesSlide" Target="/ppt/notesSlides/notesSlide84.xml" Id="R88c3b74de26d412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2eedaff93b6b4e3d" /><Relationship Type="http://schemas.openxmlformats.org/officeDocument/2006/relationships/image" Target="/ppt/media/image54.png" Id="Re2a2a41e4d7c4fd7" /><Relationship Type="http://schemas.openxmlformats.org/officeDocument/2006/relationships/notesSlide" Target="/ppt/notesSlides/notesSlide85.xml" Id="R7282e72a8daa4dfd"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e0f168bd9285484f" /><Relationship Type="http://schemas.openxmlformats.org/officeDocument/2006/relationships/image" Target="/ppt/media/image55.png" Id="R038495b6457d4fc6" /><Relationship Type="http://schemas.openxmlformats.org/officeDocument/2006/relationships/notesSlide" Target="/ppt/notesSlides/notesSlide86.xml" Id="Rcf853d7507924c1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cb9150690664a91" /><Relationship Type="http://schemas.openxmlformats.org/officeDocument/2006/relationships/image" Target="/ppt/media/image56.png" Id="Rdd589cc78bfc456c" /><Relationship Type="http://schemas.openxmlformats.org/officeDocument/2006/relationships/notesSlide" Target="/ppt/notesSlides/notesSlide87.xml" Id="R4b52edbdab5e4ba8"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e901eda84644008" /><Relationship Type="http://schemas.openxmlformats.org/officeDocument/2006/relationships/image" Target="/ppt/media/image57.png" Id="Rfb3a988e047e48d4" /><Relationship Type="http://schemas.openxmlformats.org/officeDocument/2006/relationships/notesSlide" Target="/ppt/notesSlides/notesSlide88.xml" Id="Rd8341e45e7534820"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b56e0008be34d5e" /><Relationship Type="http://schemas.openxmlformats.org/officeDocument/2006/relationships/notesSlide" Target="/ppt/notesSlides/notesSlide89.xml" Id="R3ce423ed881d4bca"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955101a347754717" /><Relationship Type="http://schemas.openxmlformats.org/officeDocument/2006/relationships/notesSlide" Target="/ppt/notesSlides/notesSlide90.xml" Id="Rb5673fd891a7497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c7ebc3db4d8f414d" /><Relationship Type="http://schemas.openxmlformats.org/officeDocument/2006/relationships/notesSlide" Target="/ppt/notesSlides/notesSlide91.xml" Id="R716a6ed74bb34f1e"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8917fc32779403f" /><Relationship Type="http://schemas.openxmlformats.org/officeDocument/2006/relationships/image" Target="/ppt/media/image58.png" Id="R0a4458f70d1b4300" /><Relationship Type="http://schemas.openxmlformats.org/officeDocument/2006/relationships/notesSlide" Target="/ppt/notesSlides/notesSlide92.xml" Id="R48cef65c5a8b4b8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4e3ab384cc3e4b18" /><Relationship Type="http://schemas.openxmlformats.org/officeDocument/2006/relationships/image" Target="/ppt/media/image59.png" Id="R4dc291720dfb4dbc" /><Relationship Type="http://schemas.openxmlformats.org/officeDocument/2006/relationships/notesSlide" Target="/ppt/notesSlides/notesSlide93.xml" Id="R1a0d4271d4d34230"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29f862b1e7074e46" /><Relationship Type="http://schemas.openxmlformats.org/officeDocument/2006/relationships/image" Target="/ppt/media/image60.png" Id="R9ab62f4cdb3f4a4c" /><Relationship Type="http://schemas.openxmlformats.org/officeDocument/2006/relationships/notesSlide" Target="/ppt/notesSlides/notesSlide94.xml" Id="R575d9d31800444ba"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321e75822dd456f" /><Relationship Type="http://schemas.openxmlformats.org/officeDocument/2006/relationships/image" Target="/ppt/media/image61.png" Id="R40a7dc3076b348cb" /><Relationship Type="http://schemas.openxmlformats.org/officeDocument/2006/relationships/notesSlide" Target="/ppt/notesSlides/notesSlide95.xml" Id="R4fb20ce2f46c476e"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9e066332c11f4eaa" /><Relationship Type="http://schemas.openxmlformats.org/officeDocument/2006/relationships/image" Target="/ppt/media/image62.png" Id="R997f9d0f0eb34d77" /><Relationship Type="http://schemas.openxmlformats.org/officeDocument/2006/relationships/notesSlide" Target="/ppt/notesSlides/notesSlide96.xml" Id="R14dddf8216a2467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dcbdced697ff439b" /><Relationship Type="http://schemas.openxmlformats.org/officeDocument/2006/relationships/notesSlide" Target="/ppt/notesSlides/notesSlide97.xml" Id="R8bfa2a525e764eea"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39b7de1f5eae4166" /><Relationship Type="http://schemas.openxmlformats.org/officeDocument/2006/relationships/notesSlide" Target="/ppt/notesSlides/notesSlide98.xml" Id="Re25e1eb96c224515"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0f0f3b0615414596" /><Relationship Type="http://schemas.openxmlformats.org/officeDocument/2006/relationships/notesSlide" Target="/ppt/notesSlides/notesSlide99.xml" Id="R54bcbbb515f74260"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6b389ab2c55b4d0b" /><Relationship Type="http://schemas.openxmlformats.org/officeDocument/2006/relationships/image" Target="/ppt/media/image58.png" Id="R108c4153d59747e5" /><Relationship Type="http://schemas.openxmlformats.org/officeDocument/2006/relationships/notesSlide" Target="/ppt/notesSlides/notesSlide100.xml" Id="R7fa996f771a545d8"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b70f670795da46f8" /><Relationship Type="http://schemas.openxmlformats.org/officeDocument/2006/relationships/image" Target="/ppt/media/image59.png" Id="Re8ca2ab5c05e487e" /><Relationship Type="http://schemas.openxmlformats.org/officeDocument/2006/relationships/notesSlide" Target="/ppt/notesSlides/notesSlide101.xml" Id="R3e3e0959e0104100"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c951331403d54f77" /><Relationship Type="http://schemas.openxmlformats.org/officeDocument/2006/relationships/image" Target="/ppt/media/image60.png" Id="Rb027aa2272024ffa" /><Relationship Type="http://schemas.openxmlformats.org/officeDocument/2006/relationships/notesSlide" Target="/ppt/notesSlides/notesSlide102.xml" Id="R6e3369c2eff24961"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2990d6a2ac9e453b" /><Relationship Type="http://schemas.openxmlformats.org/officeDocument/2006/relationships/image" Target="/ppt/media/image61.png" Id="R4d5ab8808bbb4188" /><Relationship Type="http://schemas.openxmlformats.org/officeDocument/2006/relationships/notesSlide" Target="/ppt/notesSlides/notesSlide103.xml" Id="Re539da829e9e4fae"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5456ac61cab04680" /><Relationship Type="http://schemas.openxmlformats.org/officeDocument/2006/relationships/image" Target="/ppt/media/image62.png" Id="Rc7488fab28e54c8a" /><Relationship Type="http://schemas.openxmlformats.org/officeDocument/2006/relationships/notesSlide" Target="/ppt/notesSlides/notesSlide104.xml" Id="R1a9847bf3cb14631"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fa8b0f83d0d04da8" /><Relationship Type="http://schemas.openxmlformats.org/officeDocument/2006/relationships/notesSlide" Target="/ppt/notesSlides/notesSlide105.xml" Id="R262ed00b3328490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0dfbcb74e684af2"/>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69ed1cb85824119"/>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9d0003bd3d74ca8"/>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39920deec45b4949"/>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a318eb18dfb4433"/>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8bbb37d8f704748"/>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ab065d4efda495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a4384f3c5acf42f9"/>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6e812451f29d457d"/>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1b9e2826c784a8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a5cf1699e9c40d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103afc7a1fb4ee0"/>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60e9f301ffcc4f6a"/>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6c064f477ca460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989d5f76a104ab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38c2a733ba145a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e3defe3d569242a6"/>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d4390c5b5074f24"/>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a78b871f6f6494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ad9a5d0aac4435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4c8fddcaea9478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f87118d68154af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7308f23f6ed4b8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43395c11f734cf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46f38954e604d5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51a69f24045f41c3"/>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463c8ca27eaa41fd"/>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ff99cba759147ae"/>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db8572aed314ea9"/>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964a2a49fbe405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2f49e97063a453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660d82e999044a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8767cd5e920477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38b230261c44ac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41826e0daad44c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2b0a9201b3c440f"/>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7e10bc98cc904df4"/>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df71f4a16e244c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e5f10571df44b7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25f3963da7348c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f83b2a774f54a2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beff6e9dfa1a4365"/>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aee3138672f849c3"/>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7fdf7e22c8f47c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6fb6e1989f24305"/>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58e693c3f3a495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3f4d62cca1740d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f305225b49b405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afddf6838c44b7a"/>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ae8d6a2752e431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354ecc3ef0e498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6f88208d3f2480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162f707580e445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29ad54e760c549f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8afbd0a700843c6"/>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0640762efb34bb3"/>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e200d9cef06450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9c60fdf7fe54e92"/>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TRANSPORT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TSLA rebound shape survive transport?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Run the same signed-ER20 microscope across a predeclared 30-asset atlas.</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Atlas first. Finer horizons wait until cross-asset morphology gives us a reason to zoom.</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74</a:t>
            </a:r>
          </a:p>
        </p:txBody>
      </p:sp>
    </p:spTree>
    <p:extLst>
      <p:ext uri="{BB962C8B-B14F-4D97-AF65-F5344CB8AC3E}">
        <p14:creationId xmlns:p14="http://schemas.microsoft.com/office/powerpoint/2010/main" val="802480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8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Atlas first—transport the frozen microscope unchanged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30 assets / 6 behavior groups</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basket spans high-beta names, mature growth, cyclicals, defensives, equity ETFs, and non-equity proxies.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non-TSLA transport assets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Frozen transport contract</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Adjusted daily, 2018–2023</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1,2,3,4,5,10,15,20,25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Conditioning</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ER20 + ATR%</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Frozen cells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7 TSLA-discovered comparisons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Inference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HAC + fixed-family BH</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 refinement</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6–9 sessions not searched</a:t>
            </a:r>
          </a:p>
        </p:txBody>
      </p:sp>
    </p:spTree>
    <p:extLst>
      <p:ext uri="{BB962C8B-B14F-4D97-AF65-F5344CB8AC3E}">
        <p14:creationId xmlns:p14="http://schemas.microsoft.com/office/powerpoint/2010/main" val="139728336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frozen DOWN p20→f20 cell transports broadly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23/29 transport assets are negative; median Pearson r = −0.196. Twelve survive fixed-family BH.</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2d3aa5171624214"/>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Rebound spans the 15–25-session neighborhood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Every equal-asset median in the 15/20/25 × 15/20/25 corner is negative; 70%–83% of assets agree per cell.</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e1053217696457f"/>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behavior group leans toward rebound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six group medians are negative at DOWN p20→f20; strength varies, but no group reverses the sign.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390b0934dd645e5"/>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Thirty maps repeat the corner—but differ locally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long-horizon red corner recurs across many assets, while local surface shape remains heterogeneous.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a9ea061922f4c73"/>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transports—and what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TRANSPORTS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23/29 negative; median r −0.196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WEAKENS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1×1 sign kink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raw passes; 27.6% same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HETEROGENEITY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Maps differ in strength and detail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all 6 group medians still negative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2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Keep the broad DOWN-rebound morphology; retire any universal sign-kink interpretation.</a:t>
            </a:r>
          </a:p>
        </p:txBody>
      </p:sp>
    </p:spTree>
    <p:extLst>
      <p:ext uri="{BB962C8B-B14F-4D97-AF65-F5344CB8AC3E}">
        <p14:creationId xmlns:p14="http://schemas.microsoft.com/office/powerpoint/2010/main" val="66653628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Why breadth is still not an edge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 and predictor share the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02"/>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Signed ER20 defines DOWN using the same trailing displacement used by the p20 prior return. Selection geometry can amplify the pattern.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trading claims authorized</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Evidence boundary</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have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cross-asset morphology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lack</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later-time confirmation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Also absent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expectancy, costs, execution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Mechanical caveat</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p20 displacement is shared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Interpretation</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descriptive dependence</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Next authority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operator opens next gate</a:t>
            </a:r>
          </a:p>
        </p:txBody>
      </p:sp>
    </p:spTree>
    <p:extLst>
      <p:ext uri="{BB962C8B-B14F-4D97-AF65-F5344CB8AC3E}">
        <p14:creationId xmlns:p14="http://schemas.microsoft.com/office/powerpoint/2010/main" val="139728336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stop before adding 6–9 sessions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atlas is complete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broad transport demonstrated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NOT YET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6–9-session local zoom</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motivated by atlas shape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 GATE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confirm or refine 15–25</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with a frozen, later-time design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Atlas first was the right order. Any finer search should target the transported 15–25-session neighborhood.</a:t>
            </a:r>
          </a:p>
        </p:txBody>
      </p:sp>
    </p:spTree>
    <p:extLst>
      <p:ext uri="{BB962C8B-B14F-4D97-AF65-F5344CB8AC3E}">
        <p14:creationId xmlns:p14="http://schemas.microsoft.com/office/powerpoint/2010/main" val="66653628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BEHAVIORAL CATALOG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else can this microscope reveal?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Treat return geometry as a four-archetype behavioral vocabulary—not a search for one recurring cell.</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The atlas has already populated several archetypes. The next slides show what was observed and what remains absent.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83</a:t>
            </a:r>
          </a:p>
        </p:txBody>
      </p:sp>
    </p:spTree>
    <p:extLst>
      <p:ext uri="{BB962C8B-B14F-4D97-AF65-F5344CB8AC3E}">
        <p14:creationId xmlns:p14="http://schemas.microsoft.com/office/powerpoint/2010/main" val="8024806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can express four return behaviors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Prior sign and within-branch slope define the archetype; conditioning changes its prevalence.</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4bcc3f3ee334c34"/>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Conditioning changes which behavior dominates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gain exhaustion dominates trending/up states; gain continuation clusters in sideways paths.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2a2a41e4d7c4fd7"/>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Momentum-like continuation is conditional—not universal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Sideways: 39/81 supported cells; ATR low: 17/81; signed up: 0/45.</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38495b6457d4fc6"/>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rebound is broader than the DOWN 20→20 cell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unfiltered and strongest in high-volatility and signed-down long-horizon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d589cc78bfc456c"/>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Mechanism stories become hypotheses to falsify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geometry organizes candidate explanations; correlation alone cannot identify the mechanism.</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b3a988e047e48d4"/>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catalogs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METHOD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Four branch archetypes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engine, different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OBSERVED</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Continuation is conditional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 ATR%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BOUNDARY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Mechanisms remain hypotheses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causal or trading authority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catalog as the method’s descriptive vocabulary; future tests name one behavior, one state, and one horizon neighborhood.</a:t>
            </a:r>
          </a:p>
        </p:txBody>
      </p:sp>
    </p:spTree>
    <p:extLst>
      <p:ext uri="{BB962C8B-B14F-4D97-AF65-F5344CB8AC3E}">
        <p14:creationId xmlns:p14="http://schemas.microsoft.com/office/powerpoint/2010/main" val="666536286"/>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FINE-GRID TOPOLOGY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Is the rebound a real neighborhood—or a 20-session artifact?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Resolve the transported loss-rebound region from 10 to 30 sessions, one session at a time.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30 assets. Same 2018–2023 data. Negative-prior branch only. No new inference or trading test.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90</a:t>
            </a:r>
          </a:p>
        </p:txBody>
      </p:sp>
    </p:spTree>
    <p:extLst>
      <p:ext uri="{BB962C8B-B14F-4D97-AF65-F5344CB8AC3E}">
        <p14:creationId xmlns:p14="http://schemas.microsoft.com/office/powerpoint/2010/main" val="80248067"/>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slice changes resolution—not the question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LOCKED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30 assets + six groups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2018–2023 daily bars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PRIMARY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Signed-ER20 DOWN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10–30 by 10–30 grid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CONTROLS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 ATR%-high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p-values or BH scan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remains fixed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Coarse 10/15/20/25 anchors must reproduce exactly; neighboring cells are morphology, not independent tests.</a:t>
            </a:r>
          </a:p>
        </p:txBody>
      </p:sp>
    </p:spTree>
    <p:extLst>
      <p:ext uri="{BB962C8B-B14F-4D97-AF65-F5344CB8AC3E}">
        <p14:creationId xmlns:p14="http://schemas.microsoft.com/office/powerpoint/2010/main" val="666536286"/>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Fine resolution reveals an open rebound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 cells form connected regions across all three negative-prior views—not a bounded 20→20 island.</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a4458f70d1b4300"/>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7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shape is shared across assets—not carried by one name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least 70% of assets are negative in most signed-down and ATR%-high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dc291720dfb4dbc"/>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Window 20 sits inside the curve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Holding one horizon at 20 produces broad curves, not a singular notch at the signed-ER measurement window.</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ab62f4cdb3f4a4c"/>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Group maps reveal meaningful heterogeneity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Equity ETFs and defensive equities are darkest; five-name groups remain exploratory representation.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0a7dc3076b348cb"/>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Coverage—not the hottest cell—defines the finding</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Strong-cell coverage: 66% unfiltered, 95% ATR%-high, and 94% signed-down.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97f9d0f0eb34d77"/>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freeze one open plateau—then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rebound plateau</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a 20-session island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Less coupling concern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geometry across windows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chosen horizon or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edge or causality claim</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1002"/>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gate belongs to the operator</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Choose temporal transport of one frozen neighborhood summary or a separately predeclared atlas-breadth expansion. Do not chase the open boundary.</a:t>
            </a:r>
          </a:p>
        </p:txBody>
      </p:sp>
    </p:spTree>
    <p:extLst>
      <p:ext uri="{BB962C8B-B14F-4D97-AF65-F5344CB8AC3E}">
        <p14:creationId xmlns:p14="http://schemas.microsoft.com/office/powerpoint/2010/main" val="666536286"/>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BOUNDARY PROBE</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How far does the cumulative rebound plateau extend?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Probe sparse 35 / 40 / 50 / 75 / 100-session checkpoints—without filling a new grid.</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30 assets. Same 2018–2023 data. Same loss branch and states. No holding-period test.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98</a:t>
            </a:r>
          </a:p>
        </p:txBody>
      </p:sp>
    </p:spTree>
    <p:extLst>
      <p:ext uri="{BB962C8B-B14F-4D97-AF65-F5344CB8AC3E}">
        <p14:creationId xmlns:p14="http://schemas.microsoft.com/office/powerpoint/2010/main" val="80248067"/>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6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probe extends the boundary—not the search surface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LOCKED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30 assets + six groups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2018–2023 daily bars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PRIMARY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Signed-ER20 DOWN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negative-prior branch</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CROSSHAIR</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vary one horizon to 100</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other fixed at 20 / 25 / 30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does not test</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147 unique pairs. Same display rules. No inference, later data, endpoint selection, edge, or holding-period claim.</a:t>
            </a:r>
          </a:p>
        </p:txBody>
      </p:sp>
    </p:spTree>
    <p:extLst>
      <p:ext uri="{BB962C8B-B14F-4D97-AF65-F5344CB8AC3E}">
        <p14:creationId xmlns:p14="http://schemas.microsoft.com/office/powerpoint/2010/main" val="666536286"/>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cumulative relationship stays open through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18 anchor paths remain strong at every outer checkpoint; no decay boundary appears.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08c4153d59747e5"/>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Breadth stays high through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100, 83–93% of assets remain negative across every condition and orientation.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8ca2ab5c05e487e"/>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1143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647700"/>
            <a:ext cx="11277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Signed-down rebound stays strong to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following = 100, median r is −0.29 to −0.33 for prior anchors 20 / 25 / 30.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027aa2272024ffa"/>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Behavior groups remain visibly heterogeneous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Equity ETFs are darkest; non-equity proxies weaken when the future window expands.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d5ab8808bbb4188"/>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647700"/>
            <a:ext cx="11277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Observation support remains usable at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Signed-down median branch count is 121 when prior expands and 146–154 when future expands.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7488fab28e54c8a"/>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open through 100—duration unknown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through 100</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cumulative relation persists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One boundary conclusion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a selected endpoint</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100-session hold</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edge or causality claim</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65598"/>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gate: incremental return blocks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Decompose sessions 1–20, 21–40, 41–60, and 61–100. Ask when the response accrues—not which cumulative endpoint looks hottest.</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2026-08-27T17:21:18.1360000Z</dcterms:created>
  <dcterms:modified xsi:type="dcterms:W3CDTF">2026-08-27T17:21:18.1360000Z</dcterms:modified>
</coreProperties>
</file>