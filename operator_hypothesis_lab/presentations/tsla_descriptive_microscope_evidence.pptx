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ac969c6e2fb4369" /><Relationship Type="http://schemas.openxmlformats.org/officeDocument/2006/relationships/extended-properties" Target="/docProps/app.xml" Id="Rd216d8ba5ef0437f" /><Relationship Type="http://schemas.openxmlformats.org/officeDocument/2006/relationships/officeDocument" Target="/ppt/presentation.xml" Id="Rb8bcf56242dd4d20" /></Relationships>
</file>

<file path=ppt/presentation.xml><?xml version="1.0" encoding="utf-8"?>
<p:presentation xmlns:p="http://schemas.openxmlformats.org/presentationml/2006/main">
  <p:sldMasterIdLst>
    <p:sldMasterId xmlns:r="http://schemas.openxmlformats.org/officeDocument/2006/relationships" id="2147483648" r:id="R5329ec722f77409b"/>
  </p:sldMasterIdLst>
  <p:notesMasterIdLst>
    <p:notesMasterId xmlns:r="http://schemas.openxmlformats.org/officeDocument/2006/relationships" r:id="Ra269380550e949a0"/>
  </p:notesMasterIdLst>
  <p:sldIdLst>
    <p:sldId xmlns:r="http://schemas.openxmlformats.org/officeDocument/2006/relationships" id="256" r:id="R90ece3ef20a54eed"/>
    <p:sldId xmlns:r="http://schemas.openxmlformats.org/officeDocument/2006/relationships" id="257" r:id="Rfafab846d19a4bec"/>
    <p:sldId xmlns:r="http://schemas.openxmlformats.org/officeDocument/2006/relationships" id="258" r:id="R7903a957c6ab4afb"/>
    <p:sldId xmlns:r="http://schemas.openxmlformats.org/officeDocument/2006/relationships" id="259" r:id="R57c5d5ff65754b32"/>
    <p:sldId xmlns:r="http://schemas.openxmlformats.org/officeDocument/2006/relationships" id="260" r:id="R334a92d6418d4a36"/>
    <p:sldId xmlns:r="http://schemas.openxmlformats.org/officeDocument/2006/relationships" id="261" r:id="R47a3527597c848bc"/>
    <p:sldId xmlns:r="http://schemas.openxmlformats.org/officeDocument/2006/relationships" id="262" r:id="Red767f341bb3481b"/>
    <p:sldId xmlns:r="http://schemas.openxmlformats.org/officeDocument/2006/relationships" id="263" r:id="R03f6c5e67964430e"/>
    <p:sldId xmlns:r="http://schemas.openxmlformats.org/officeDocument/2006/relationships" id="264" r:id="Rc83032afbc014cbd"/>
    <p:sldId xmlns:r="http://schemas.openxmlformats.org/officeDocument/2006/relationships" id="265" r:id="Ra7408ee5380a4c5f"/>
    <p:sldId xmlns:r="http://schemas.openxmlformats.org/officeDocument/2006/relationships" id="266" r:id="R80df26bf974b4ba5"/>
    <p:sldId xmlns:r="http://schemas.openxmlformats.org/officeDocument/2006/relationships" id="267" r:id="R5137460d76b541ed"/>
    <p:sldId xmlns:r="http://schemas.openxmlformats.org/officeDocument/2006/relationships" id="268" r:id="Rf90cd539ea464508"/>
    <p:sldId xmlns:r="http://schemas.openxmlformats.org/officeDocument/2006/relationships" id="269" r:id="Rf3c390c33ba04028"/>
    <p:sldId xmlns:r="http://schemas.openxmlformats.org/officeDocument/2006/relationships" id="270" r:id="R7f531eacf722493e"/>
    <p:sldId xmlns:r="http://schemas.openxmlformats.org/officeDocument/2006/relationships" id="271" r:id="R35384880c29f4d48"/>
    <p:sldId xmlns:r="http://schemas.openxmlformats.org/officeDocument/2006/relationships" id="272" r:id="Ra4771539592643a9"/>
    <p:sldId xmlns:r="http://schemas.openxmlformats.org/officeDocument/2006/relationships" id="273" r:id="R03f7288c10a84fe9"/>
    <p:sldId xmlns:r="http://schemas.openxmlformats.org/officeDocument/2006/relationships" id="274" r:id="Ra8004e27c5144c7d"/>
    <p:sldId xmlns:r="http://schemas.openxmlformats.org/officeDocument/2006/relationships" id="275" r:id="Ra0ef273552f6413d"/>
    <p:sldId xmlns:r="http://schemas.openxmlformats.org/officeDocument/2006/relationships" id="276" r:id="R7de3926fae424cae"/>
    <p:sldId xmlns:r="http://schemas.openxmlformats.org/officeDocument/2006/relationships" id="277" r:id="Rccda4baa469a415b"/>
    <p:sldId xmlns:r="http://schemas.openxmlformats.org/officeDocument/2006/relationships" id="278" r:id="R74233be1e3084302"/>
    <p:sldId xmlns:r="http://schemas.openxmlformats.org/officeDocument/2006/relationships" id="279" r:id="Rad23b027850641ae"/>
    <p:sldId xmlns:r="http://schemas.openxmlformats.org/officeDocument/2006/relationships" id="280" r:id="Ra66ee67ba4fc4b57"/>
    <p:sldId xmlns:r="http://schemas.openxmlformats.org/officeDocument/2006/relationships" id="281" r:id="R86ece0c920ec439a"/>
    <p:sldId xmlns:r="http://schemas.openxmlformats.org/officeDocument/2006/relationships" id="282" r:id="Raf55736d431a4851"/>
    <p:sldId xmlns:r="http://schemas.openxmlformats.org/officeDocument/2006/relationships" id="283" r:id="R7bdd8913fb464679"/>
    <p:sldId xmlns:r="http://schemas.openxmlformats.org/officeDocument/2006/relationships" id="284" r:id="R30226ad1360b4061"/>
    <p:sldId xmlns:r="http://schemas.openxmlformats.org/officeDocument/2006/relationships" id="285" r:id="Re715d1fd5b9a4012"/>
    <p:sldId xmlns:r="http://schemas.openxmlformats.org/officeDocument/2006/relationships" id="286" r:id="Rc9f9f9984a104a72"/>
    <p:sldId xmlns:r="http://schemas.openxmlformats.org/officeDocument/2006/relationships" id="287" r:id="R1f40f3becf914d7b"/>
    <p:sldId xmlns:r="http://schemas.openxmlformats.org/officeDocument/2006/relationships" id="288" r:id="R8a09593d765b4ff7"/>
    <p:sldId xmlns:r="http://schemas.openxmlformats.org/officeDocument/2006/relationships" id="289" r:id="R8ad96a04e1774b25"/>
    <p:sldId xmlns:r="http://schemas.openxmlformats.org/officeDocument/2006/relationships" id="290" r:id="Ra6e6ecff59dc45d5"/>
    <p:sldId xmlns:r="http://schemas.openxmlformats.org/officeDocument/2006/relationships" id="291" r:id="R095f1a5db4074feb"/>
    <p:sldId xmlns:r="http://schemas.openxmlformats.org/officeDocument/2006/relationships" id="292" r:id="R975cf9c5c25b462a"/>
    <p:sldId xmlns:r="http://schemas.openxmlformats.org/officeDocument/2006/relationships" id="293" r:id="R79c9146fdf7c41d8"/>
    <p:sldId xmlns:r="http://schemas.openxmlformats.org/officeDocument/2006/relationships" id="294" r:id="Rc76de9de541d4016"/>
    <p:sldId xmlns:r="http://schemas.openxmlformats.org/officeDocument/2006/relationships" id="295" r:id="Rfdaf73cc47874fa6"/>
    <p:sldId xmlns:r="http://schemas.openxmlformats.org/officeDocument/2006/relationships" id="296" r:id="Rc6aba34354ac4fd0"/>
    <p:sldId xmlns:r="http://schemas.openxmlformats.org/officeDocument/2006/relationships" id="297" r:id="R91bccbffadcc4f9c"/>
    <p:sldId xmlns:r="http://schemas.openxmlformats.org/officeDocument/2006/relationships" id="298" r:id="Rc8779ad7065649bd"/>
    <p:sldId xmlns:r="http://schemas.openxmlformats.org/officeDocument/2006/relationships" id="299" r:id="R72957802c7d74562"/>
    <p:sldId xmlns:r="http://schemas.openxmlformats.org/officeDocument/2006/relationships" id="300" r:id="R4009bda01a4b4cba"/>
    <p:sldId xmlns:r="http://schemas.openxmlformats.org/officeDocument/2006/relationships" id="301" r:id="R11fe1589688c49cf"/>
    <p:sldId xmlns:r="http://schemas.openxmlformats.org/officeDocument/2006/relationships" id="302" r:id="Rb1a96f022dc14007"/>
    <p:sldId xmlns:r="http://schemas.openxmlformats.org/officeDocument/2006/relationships" id="303" r:id="R9294368308824784"/>
    <p:sldId xmlns:r="http://schemas.openxmlformats.org/officeDocument/2006/relationships" id="304" r:id="R59c0f41d5e094a50"/>
    <p:sldId xmlns:r="http://schemas.openxmlformats.org/officeDocument/2006/relationships" id="305" r:id="R24052e2b48a149ee"/>
    <p:sldId xmlns:r="http://schemas.openxmlformats.org/officeDocument/2006/relationships" id="306" r:id="R8056af625f964f42"/>
    <p:sldId xmlns:r="http://schemas.openxmlformats.org/officeDocument/2006/relationships" id="307" r:id="R57cab0c1e99b467c"/>
    <p:sldId xmlns:r="http://schemas.openxmlformats.org/officeDocument/2006/relationships" id="308" r:id="R5499c2cb53334d15"/>
    <p:sldId xmlns:r="http://schemas.openxmlformats.org/officeDocument/2006/relationships" id="309" r:id="R8bd16a5c021a42aa"/>
    <p:sldId xmlns:r="http://schemas.openxmlformats.org/officeDocument/2006/relationships" id="310" r:id="Rb35ff6afdf224abb"/>
    <p:sldId xmlns:r="http://schemas.openxmlformats.org/officeDocument/2006/relationships" id="311" r:id="Rd3b3cac8b4b8488d"/>
    <p:sldId xmlns:r="http://schemas.openxmlformats.org/officeDocument/2006/relationships" id="312" r:id="Rd720dc31336c46d4"/>
    <p:sldId xmlns:r="http://schemas.openxmlformats.org/officeDocument/2006/relationships" id="313" r:id="Re1622283201a4910"/>
    <p:sldId xmlns:r="http://schemas.openxmlformats.org/officeDocument/2006/relationships" id="314" r:id="R25fb8c5809f844f4"/>
    <p:sldId xmlns:r="http://schemas.openxmlformats.org/officeDocument/2006/relationships" id="315" r:id="Rdfc42f9adca74311"/>
    <p:sldId xmlns:r="http://schemas.openxmlformats.org/officeDocument/2006/relationships" id="316" r:id="R09794aa11b5b4354"/>
    <p:sldId xmlns:r="http://schemas.openxmlformats.org/officeDocument/2006/relationships" id="317" r:id="R5b4c2c6c9a784c40"/>
    <p:sldId xmlns:r="http://schemas.openxmlformats.org/officeDocument/2006/relationships" id="318" r:id="R7e0c1d3ec7e548ce"/>
    <p:sldId xmlns:r="http://schemas.openxmlformats.org/officeDocument/2006/relationships" id="319" r:id="R582a71c4b2324bb3"/>
    <p:sldId xmlns:r="http://schemas.openxmlformats.org/officeDocument/2006/relationships" id="320" r:id="Radfe94ae6a7b4a41"/>
    <p:sldId xmlns:r="http://schemas.openxmlformats.org/officeDocument/2006/relationships" id="321" r:id="Rb0fc5e83cd6f4a81"/>
    <p:sldId xmlns:r="http://schemas.openxmlformats.org/officeDocument/2006/relationships" id="322" r:id="R2fe32859284b44b6"/>
    <p:sldId xmlns:r="http://schemas.openxmlformats.org/officeDocument/2006/relationships" id="323" r:id="R1ee50a2d7fe64a37"/>
    <p:sldId xmlns:r="http://schemas.openxmlformats.org/officeDocument/2006/relationships" id="324" r:id="Rb0c9dd2cfc2a4698"/>
    <p:sldId xmlns:r="http://schemas.openxmlformats.org/officeDocument/2006/relationships" id="325" r:id="R25242d6105f041bc"/>
    <p:sldId xmlns:r="http://schemas.openxmlformats.org/officeDocument/2006/relationships" id="326" r:id="R49056e04c9c1451c"/>
    <p:sldId xmlns:r="http://schemas.openxmlformats.org/officeDocument/2006/relationships" id="327" r:id="Ra58b3b2a868a4a8b"/>
    <p:sldId xmlns:r="http://schemas.openxmlformats.org/officeDocument/2006/relationships" id="328" r:id="Rd46b4829aa324bdd"/>
    <p:sldId xmlns:r="http://schemas.openxmlformats.org/officeDocument/2006/relationships" id="329" r:id="R4968cd79b1cf4b02"/>
    <p:sldId xmlns:r="http://schemas.openxmlformats.org/officeDocument/2006/relationships" id="330" r:id="R02a4a2715ee6459e"/>
    <p:sldId xmlns:r="http://schemas.openxmlformats.org/officeDocument/2006/relationships" id="331" r:id="Rde17d7f4e3de46f8"/>
    <p:sldId xmlns:r="http://schemas.openxmlformats.org/officeDocument/2006/relationships" id="332" r:id="R743b556a34f54e59"/>
    <p:sldId xmlns:r="http://schemas.openxmlformats.org/officeDocument/2006/relationships" id="333" r:id="Rba8b2754b4714950"/>
    <p:sldId xmlns:r="http://schemas.openxmlformats.org/officeDocument/2006/relationships" id="334" r:id="Rcf715ca5e31249e9"/>
    <p:sldId xmlns:r="http://schemas.openxmlformats.org/officeDocument/2006/relationships" id="335" r:id="Re41365f03eb74944"/>
    <p:sldId xmlns:r="http://schemas.openxmlformats.org/officeDocument/2006/relationships" id="336" r:id="R1812254ae33b485c"/>
    <p:sldId xmlns:r="http://schemas.openxmlformats.org/officeDocument/2006/relationships" id="337" r:id="R1022b28eee75452b"/>
    <p:sldId xmlns:r="http://schemas.openxmlformats.org/officeDocument/2006/relationships" id="338" r:id="Reb6defaa010e4436"/>
    <p:sldId xmlns:r="http://schemas.openxmlformats.org/officeDocument/2006/relationships" id="339" r:id="Rbb5312a60c984c20"/>
    <p:sldId xmlns:r="http://schemas.openxmlformats.org/officeDocument/2006/relationships" id="340" r:id="R51639f725f0e420c"/>
    <p:sldId xmlns:r="http://schemas.openxmlformats.org/officeDocument/2006/relationships" id="341" r:id="R3be3e1f4526e4c6a"/>
    <p:sldId xmlns:r="http://schemas.openxmlformats.org/officeDocument/2006/relationships" id="342" r:id="R331c1dbe94374058"/>
    <p:sldId xmlns:r="http://schemas.openxmlformats.org/officeDocument/2006/relationships" id="343" r:id="R3230b83aeb884ff9"/>
    <p:sldId xmlns:r="http://schemas.openxmlformats.org/officeDocument/2006/relationships" id="344" r:id="Re3e0d95761024f0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bc8c2c3ce64358" /><Relationship Type="http://schemas.openxmlformats.org/officeDocument/2006/relationships/slideMaster" Target="/ppt/slideMasters/slideMaster1.xml" Id="R5329ec722f77409b" /><Relationship Type="http://schemas.openxmlformats.org/officeDocument/2006/relationships/notesMaster" Target="/ppt/notesMasters/notesMaster1.xml" Id="Ra269380550e949a0" /><Relationship Type="http://schemas.openxmlformats.org/officeDocument/2006/relationships/presProps" Target="/ppt/presProps.xml" Id="R22f5639dc2994ab3" /><Relationship Type="http://schemas.openxmlformats.org/officeDocument/2006/relationships/tableStyles" Target="/ppt/tableStyles.xml" Id="R6b6c61bb513a4a45" /><Relationship Type="http://schemas.openxmlformats.org/officeDocument/2006/relationships/slide" Target="/ppt/slides/slide1.xml" Id="R90ece3ef20a54eed" /><Relationship Type="http://schemas.openxmlformats.org/officeDocument/2006/relationships/slide" Target="/ppt/slides/slide2.xml" Id="Rfafab846d19a4bec" /><Relationship Type="http://schemas.openxmlformats.org/officeDocument/2006/relationships/slide" Target="/ppt/slides/slide3.xml" Id="R7903a957c6ab4afb" /><Relationship Type="http://schemas.openxmlformats.org/officeDocument/2006/relationships/slide" Target="/ppt/slides/slide4.xml" Id="R57c5d5ff65754b32" /><Relationship Type="http://schemas.openxmlformats.org/officeDocument/2006/relationships/slide" Target="/ppt/slides/slide5.xml" Id="R334a92d6418d4a36" /><Relationship Type="http://schemas.openxmlformats.org/officeDocument/2006/relationships/slide" Target="/ppt/slides/slide6.xml" Id="R47a3527597c848bc" /><Relationship Type="http://schemas.openxmlformats.org/officeDocument/2006/relationships/slide" Target="/ppt/slides/slide7.xml" Id="Red767f341bb3481b" /><Relationship Type="http://schemas.openxmlformats.org/officeDocument/2006/relationships/slide" Target="/ppt/slides/slide8.xml" Id="R03f6c5e67964430e" /><Relationship Type="http://schemas.openxmlformats.org/officeDocument/2006/relationships/slide" Target="/ppt/slides/slide9.xml" Id="Rc83032afbc014cbd" /><Relationship Type="http://schemas.openxmlformats.org/officeDocument/2006/relationships/slide" Target="/ppt/slides/slide10.xml" Id="Ra7408ee5380a4c5f" /><Relationship Type="http://schemas.openxmlformats.org/officeDocument/2006/relationships/slide" Target="/ppt/slides/slide11.xml" Id="R80df26bf974b4ba5" /><Relationship Type="http://schemas.openxmlformats.org/officeDocument/2006/relationships/slide" Target="/ppt/slides/slide12.xml" Id="R5137460d76b541ed" /><Relationship Type="http://schemas.openxmlformats.org/officeDocument/2006/relationships/slide" Target="/ppt/slides/slide13.xml" Id="Rf90cd539ea464508" /><Relationship Type="http://schemas.openxmlformats.org/officeDocument/2006/relationships/slide" Target="/ppt/slides/slide14.xml" Id="Rf3c390c33ba04028" /><Relationship Type="http://schemas.openxmlformats.org/officeDocument/2006/relationships/slide" Target="/ppt/slides/slide15.xml" Id="R7f531eacf722493e" /><Relationship Type="http://schemas.openxmlformats.org/officeDocument/2006/relationships/slide" Target="/ppt/slides/slide16.xml" Id="R35384880c29f4d48" /><Relationship Type="http://schemas.openxmlformats.org/officeDocument/2006/relationships/slide" Target="/ppt/slides/slide17.xml" Id="Ra4771539592643a9" /><Relationship Type="http://schemas.openxmlformats.org/officeDocument/2006/relationships/slide" Target="/ppt/slides/slide18.xml" Id="R03f7288c10a84fe9" /><Relationship Type="http://schemas.openxmlformats.org/officeDocument/2006/relationships/slide" Target="/ppt/slides/slide19.xml" Id="Ra8004e27c5144c7d" /><Relationship Type="http://schemas.openxmlformats.org/officeDocument/2006/relationships/slide" Target="/ppt/slides/slide20.xml" Id="Ra0ef273552f6413d" /><Relationship Type="http://schemas.openxmlformats.org/officeDocument/2006/relationships/slide" Target="/ppt/slides/slide21.xml" Id="R7de3926fae424cae" /><Relationship Type="http://schemas.openxmlformats.org/officeDocument/2006/relationships/slide" Target="/ppt/slides/slide22.xml" Id="Rccda4baa469a415b" /><Relationship Type="http://schemas.openxmlformats.org/officeDocument/2006/relationships/slide" Target="/ppt/slides/slide23.xml" Id="R74233be1e3084302" /><Relationship Type="http://schemas.openxmlformats.org/officeDocument/2006/relationships/slide" Target="/ppt/slides/slide24.xml" Id="Rad23b027850641ae" /><Relationship Type="http://schemas.openxmlformats.org/officeDocument/2006/relationships/slide" Target="/ppt/slides/slide25.xml" Id="Ra66ee67ba4fc4b57" /><Relationship Type="http://schemas.openxmlformats.org/officeDocument/2006/relationships/slide" Target="/ppt/slides/slide26.xml" Id="R86ece0c920ec439a" /><Relationship Type="http://schemas.openxmlformats.org/officeDocument/2006/relationships/slide" Target="/ppt/slides/slide27.xml" Id="Raf55736d431a4851" /><Relationship Type="http://schemas.openxmlformats.org/officeDocument/2006/relationships/slide" Target="/ppt/slides/slide28.xml" Id="R7bdd8913fb464679" /><Relationship Type="http://schemas.openxmlformats.org/officeDocument/2006/relationships/slide" Target="/ppt/slides/slide29.xml" Id="R30226ad1360b4061" /><Relationship Type="http://schemas.openxmlformats.org/officeDocument/2006/relationships/slide" Target="/ppt/slides/slide30.xml" Id="Re715d1fd5b9a4012" /><Relationship Type="http://schemas.openxmlformats.org/officeDocument/2006/relationships/slide" Target="/ppt/slides/slide31.xml" Id="Rc9f9f9984a104a72" /><Relationship Type="http://schemas.openxmlformats.org/officeDocument/2006/relationships/slide" Target="/ppt/slides/slide32.xml" Id="R1f40f3becf914d7b" /><Relationship Type="http://schemas.openxmlformats.org/officeDocument/2006/relationships/slide" Target="/ppt/slides/slide33.xml" Id="R8a09593d765b4ff7" /><Relationship Type="http://schemas.openxmlformats.org/officeDocument/2006/relationships/slide" Target="/ppt/slides/slide34.xml" Id="R8ad96a04e1774b25" /><Relationship Type="http://schemas.openxmlformats.org/officeDocument/2006/relationships/slide" Target="/ppt/slides/slide35.xml" Id="Ra6e6ecff59dc45d5" /><Relationship Type="http://schemas.openxmlformats.org/officeDocument/2006/relationships/slide" Target="/ppt/slides/slide36.xml" Id="R095f1a5db4074feb" /><Relationship Type="http://schemas.openxmlformats.org/officeDocument/2006/relationships/slide" Target="/ppt/slides/slide37.xml" Id="R975cf9c5c25b462a" /><Relationship Type="http://schemas.openxmlformats.org/officeDocument/2006/relationships/slide" Target="/ppt/slides/slide38.xml" Id="R79c9146fdf7c41d8" /><Relationship Type="http://schemas.openxmlformats.org/officeDocument/2006/relationships/slide" Target="/ppt/slides/slide39.xml" Id="Rc76de9de541d4016" /><Relationship Type="http://schemas.openxmlformats.org/officeDocument/2006/relationships/slide" Target="/ppt/slides/slide40.xml" Id="Rfdaf73cc47874fa6" /><Relationship Type="http://schemas.openxmlformats.org/officeDocument/2006/relationships/slide" Target="/ppt/slides/slide41.xml" Id="Rc6aba34354ac4fd0" /><Relationship Type="http://schemas.openxmlformats.org/officeDocument/2006/relationships/slide" Target="/ppt/slides/slide42.xml" Id="R91bccbffadcc4f9c" /><Relationship Type="http://schemas.openxmlformats.org/officeDocument/2006/relationships/slide" Target="/ppt/slides/slide43.xml" Id="Rc8779ad7065649bd" /><Relationship Type="http://schemas.openxmlformats.org/officeDocument/2006/relationships/slide" Target="/ppt/slides/slide44.xml" Id="R72957802c7d74562" /><Relationship Type="http://schemas.openxmlformats.org/officeDocument/2006/relationships/slide" Target="/ppt/slides/slide45.xml" Id="R4009bda01a4b4cba" /><Relationship Type="http://schemas.openxmlformats.org/officeDocument/2006/relationships/slide" Target="/ppt/slides/slide46.xml" Id="R11fe1589688c49cf" /><Relationship Type="http://schemas.openxmlformats.org/officeDocument/2006/relationships/slide" Target="/ppt/slides/slide47.xml" Id="Rb1a96f022dc14007" /><Relationship Type="http://schemas.openxmlformats.org/officeDocument/2006/relationships/slide" Target="/ppt/slides/slide48.xml" Id="R9294368308824784" /><Relationship Type="http://schemas.openxmlformats.org/officeDocument/2006/relationships/slide" Target="/ppt/slides/slide49.xml" Id="R59c0f41d5e094a50" /><Relationship Type="http://schemas.openxmlformats.org/officeDocument/2006/relationships/slide" Target="/ppt/slides/slide50.xml" Id="R24052e2b48a149ee" /><Relationship Type="http://schemas.openxmlformats.org/officeDocument/2006/relationships/slide" Target="/ppt/slides/slide51.xml" Id="R8056af625f964f42" /><Relationship Type="http://schemas.openxmlformats.org/officeDocument/2006/relationships/slide" Target="/ppt/slides/slide52.xml" Id="R57cab0c1e99b467c" /><Relationship Type="http://schemas.openxmlformats.org/officeDocument/2006/relationships/slide" Target="/ppt/slides/slide53.xml" Id="R5499c2cb53334d15" /><Relationship Type="http://schemas.openxmlformats.org/officeDocument/2006/relationships/slide" Target="/ppt/slides/slide54.xml" Id="R8bd16a5c021a42aa" /><Relationship Type="http://schemas.openxmlformats.org/officeDocument/2006/relationships/slide" Target="/ppt/slides/slide55.xml" Id="Rb35ff6afdf224abb" /><Relationship Type="http://schemas.openxmlformats.org/officeDocument/2006/relationships/slide" Target="/ppt/slides/slide56.xml" Id="Rd3b3cac8b4b8488d" /><Relationship Type="http://schemas.openxmlformats.org/officeDocument/2006/relationships/slide" Target="/ppt/slides/slide57.xml" Id="Rd720dc31336c46d4" /><Relationship Type="http://schemas.openxmlformats.org/officeDocument/2006/relationships/slide" Target="/ppt/slides/slide58.xml" Id="Re1622283201a4910" /><Relationship Type="http://schemas.openxmlformats.org/officeDocument/2006/relationships/slide" Target="/ppt/slides/slide59.xml" Id="R25fb8c5809f844f4" /><Relationship Type="http://schemas.openxmlformats.org/officeDocument/2006/relationships/slide" Target="/ppt/slides/slide60.xml" Id="Rdfc42f9adca74311" /><Relationship Type="http://schemas.openxmlformats.org/officeDocument/2006/relationships/slide" Target="/ppt/slides/slide61.xml" Id="R09794aa11b5b4354" /><Relationship Type="http://schemas.openxmlformats.org/officeDocument/2006/relationships/slide" Target="/ppt/slides/slide62.xml" Id="R5b4c2c6c9a784c40" /><Relationship Type="http://schemas.openxmlformats.org/officeDocument/2006/relationships/slide" Target="/ppt/slides/slide63.xml" Id="R7e0c1d3ec7e548ce" /><Relationship Type="http://schemas.openxmlformats.org/officeDocument/2006/relationships/slide" Target="/ppt/slides/slide64.xml" Id="R582a71c4b2324bb3" /><Relationship Type="http://schemas.openxmlformats.org/officeDocument/2006/relationships/slide" Target="/ppt/slides/slide65.xml" Id="Radfe94ae6a7b4a41" /><Relationship Type="http://schemas.openxmlformats.org/officeDocument/2006/relationships/slide" Target="/ppt/slides/slide66.xml" Id="Rb0fc5e83cd6f4a81" /><Relationship Type="http://schemas.openxmlformats.org/officeDocument/2006/relationships/slide" Target="/ppt/slides/slide67.xml" Id="R2fe32859284b44b6" /><Relationship Type="http://schemas.openxmlformats.org/officeDocument/2006/relationships/slide" Target="/ppt/slides/slide68.xml" Id="R1ee50a2d7fe64a37" /><Relationship Type="http://schemas.openxmlformats.org/officeDocument/2006/relationships/slide" Target="/ppt/slides/slide69.xml" Id="Rb0c9dd2cfc2a4698" /><Relationship Type="http://schemas.openxmlformats.org/officeDocument/2006/relationships/slide" Target="/ppt/slides/slide70.xml" Id="R25242d6105f041bc" /><Relationship Type="http://schemas.openxmlformats.org/officeDocument/2006/relationships/slide" Target="/ppt/slides/slide71.xml" Id="R49056e04c9c1451c" /><Relationship Type="http://schemas.openxmlformats.org/officeDocument/2006/relationships/slide" Target="/ppt/slides/slide72.xml" Id="Ra58b3b2a868a4a8b" /><Relationship Type="http://schemas.openxmlformats.org/officeDocument/2006/relationships/slide" Target="/ppt/slides/slide73.xml" Id="Rd46b4829aa324bdd" /><Relationship Type="http://schemas.openxmlformats.org/officeDocument/2006/relationships/slide" Target="/ppt/slides/slide74.xml" Id="R4968cd79b1cf4b02" /><Relationship Type="http://schemas.openxmlformats.org/officeDocument/2006/relationships/slide" Target="/ppt/slides/slide75.xml" Id="R02a4a2715ee6459e" /><Relationship Type="http://schemas.openxmlformats.org/officeDocument/2006/relationships/slide" Target="/ppt/slides/slide76.xml" Id="Rde17d7f4e3de46f8" /><Relationship Type="http://schemas.openxmlformats.org/officeDocument/2006/relationships/slide" Target="/ppt/slides/slide77.xml" Id="R743b556a34f54e59" /><Relationship Type="http://schemas.openxmlformats.org/officeDocument/2006/relationships/slide" Target="/ppt/slides/slide78.xml" Id="Rba8b2754b4714950" /><Relationship Type="http://schemas.openxmlformats.org/officeDocument/2006/relationships/slide" Target="/ppt/slides/slide79.xml" Id="Rcf715ca5e31249e9" /><Relationship Type="http://schemas.openxmlformats.org/officeDocument/2006/relationships/slide" Target="/ppt/slides/slide80.xml" Id="Re41365f03eb74944" /><Relationship Type="http://schemas.openxmlformats.org/officeDocument/2006/relationships/slide" Target="/ppt/slides/slide81.xml" Id="R1812254ae33b485c" /><Relationship Type="http://schemas.openxmlformats.org/officeDocument/2006/relationships/slide" Target="/ppt/slides/slide82.xml" Id="R1022b28eee75452b" /><Relationship Type="http://schemas.openxmlformats.org/officeDocument/2006/relationships/slide" Target="/ppt/slides/slide83.xml" Id="Reb6defaa010e4436" /><Relationship Type="http://schemas.openxmlformats.org/officeDocument/2006/relationships/slide" Target="/ppt/slides/slide84.xml" Id="Rbb5312a60c984c20" /><Relationship Type="http://schemas.openxmlformats.org/officeDocument/2006/relationships/slide" Target="/ppt/slides/slide85.xml" Id="R51639f725f0e420c" /><Relationship Type="http://schemas.openxmlformats.org/officeDocument/2006/relationships/slide" Target="/ppt/slides/slide86.xml" Id="R3be3e1f4526e4c6a" /><Relationship Type="http://schemas.openxmlformats.org/officeDocument/2006/relationships/slide" Target="/ppt/slides/slide87.xml" Id="R331c1dbe94374058" /><Relationship Type="http://schemas.openxmlformats.org/officeDocument/2006/relationships/slide" Target="/ppt/slides/slide88.xml" Id="R3230b83aeb884ff9" /><Relationship Type="http://schemas.openxmlformats.org/officeDocument/2006/relationships/slide" Target="/ppt/slides/slide89.xml" Id="Re3e0d95761024f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cf2ef1fe8640f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4a52078d484694" /><Relationship Type="http://schemas.openxmlformats.org/officeDocument/2006/relationships/notesMaster" Target="/ppt/notesMasters/notesMaster1.xml" Id="R95e0c381e62940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61a959293b45e5" /><Relationship Type="http://schemas.openxmlformats.org/officeDocument/2006/relationships/notesMaster" Target="/ppt/notesMasters/notesMaster1.xml" Id="R054ced3eea1c42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9c41853e7547d2" /><Relationship Type="http://schemas.openxmlformats.org/officeDocument/2006/relationships/notesMaster" Target="/ppt/notesMasters/notesMaster1.xml" Id="Re05ae32c67754b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430887e3684cd9" /><Relationship Type="http://schemas.openxmlformats.org/officeDocument/2006/relationships/notesMaster" Target="/ppt/notesMasters/notesMaster1.xml" Id="R1f563359315946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8df35beec04476" /><Relationship Type="http://schemas.openxmlformats.org/officeDocument/2006/relationships/notesMaster" Target="/ppt/notesMasters/notesMaster1.xml" Id="R0ace8211017949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4af237bb174ef0" /><Relationship Type="http://schemas.openxmlformats.org/officeDocument/2006/relationships/notesMaster" Target="/ppt/notesMasters/notesMaster1.xml" Id="Rf5afff1efd9a4c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d9664c160a4aeb" /><Relationship Type="http://schemas.openxmlformats.org/officeDocument/2006/relationships/notesMaster" Target="/ppt/notesMasters/notesMaster1.xml" Id="Ra78195a370e348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99faa3f90b4181" /><Relationship Type="http://schemas.openxmlformats.org/officeDocument/2006/relationships/notesMaster" Target="/ppt/notesMasters/notesMaster1.xml" Id="Ra129d4da66894e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59e2a15fcb4dd3" /><Relationship Type="http://schemas.openxmlformats.org/officeDocument/2006/relationships/notesMaster" Target="/ppt/notesMasters/notesMaster1.xml" Id="Rfe499e51ca3343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2182f252e8f4b44" /><Relationship Type="http://schemas.openxmlformats.org/officeDocument/2006/relationships/notesMaster" Target="/ppt/notesMasters/notesMaster1.xml" Id="Rb93f00dcdad246b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0e7618f9df94666" /><Relationship Type="http://schemas.openxmlformats.org/officeDocument/2006/relationships/notesMaster" Target="/ppt/notesMasters/notesMaster1.xml" Id="R9122ba88898a4ec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dd6bbd0678f4ac0" /><Relationship Type="http://schemas.openxmlformats.org/officeDocument/2006/relationships/notesMaster" Target="/ppt/notesMasters/notesMaster1.xml" Id="R3908441f22814c4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dd16424c5c84a28" /><Relationship Type="http://schemas.openxmlformats.org/officeDocument/2006/relationships/notesMaster" Target="/ppt/notesMasters/notesMaster1.xml" Id="R35b9faafd63f4d9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66172b60ad46dc" /><Relationship Type="http://schemas.openxmlformats.org/officeDocument/2006/relationships/notesMaster" Target="/ppt/notesMasters/notesMaster1.xml" Id="R81d19d2579a44fd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a81896453044092" /><Relationship Type="http://schemas.openxmlformats.org/officeDocument/2006/relationships/notesMaster" Target="/ppt/notesMasters/notesMaster1.xml" Id="R00fec35d5b03419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fd822fe01dd4a4e" /><Relationship Type="http://schemas.openxmlformats.org/officeDocument/2006/relationships/notesMaster" Target="/ppt/notesMasters/notesMaster1.xml" Id="R71eb4d35119e4e3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67d28bd788479f" /><Relationship Type="http://schemas.openxmlformats.org/officeDocument/2006/relationships/notesMaster" Target="/ppt/notesMasters/notesMaster1.xml" Id="Rbd0947d8ce044af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36347b195c94222" /><Relationship Type="http://schemas.openxmlformats.org/officeDocument/2006/relationships/notesMaster" Target="/ppt/notesMasters/notesMaster1.xml" Id="R69937b9b39a2413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e1a0a87c48e4982" /><Relationship Type="http://schemas.openxmlformats.org/officeDocument/2006/relationships/notesMaster" Target="/ppt/notesMasters/notesMaster1.xml" Id="R89890f564d4f413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3dbdf0436124738" /><Relationship Type="http://schemas.openxmlformats.org/officeDocument/2006/relationships/notesMaster" Target="/ppt/notesMasters/notesMaster1.xml" Id="R8a628a1028cc499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771e3628535432f" /><Relationship Type="http://schemas.openxmlformats.org/officeDocument/2006/relationships/notesMaster" Target="/ppt/notesMasters/notesMaster1.xml" Id="R0ea01cc39d5b4ad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53379ba8c884286" /><Relationship Type="http://schemas.openxmlformats.org/officeDocument/2006/relationships/notesMaster" Target="/ppt/notesMasters/notesMaster1.xml" Id="R737fed642d4a4fe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e79e40e01264585" /><Relationship Type="http://schemas.openxmlformats.org/officeDocument/2006/relationships/notesMaster" Target="/ppt/notesMasters/notesMaster1.xml" Id="R3fa9dcbfc9fa468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0c484df7c924fe8" /><Relationship Type="http://schemas.openxmlformats.org/officeDocument/2006/relationships/notesMaster" Target="/ppt/notesMasters/notesMaster1.xml" Id="R904fb44de73449e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0749c4b17b14872" /><Relationship Type="http://schemas.openxmlformats.org/officeDocument/2006/relationships/notesMaster" Target="/ppt/notesMasters/notesMaster1.xml" Id="Rb5ca15b97e294ea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8a80b7004f423c" /><Relationship Type="http://schemas.openxmlformats.org/officeDocument/2006/relationships/notesMaster" Target="/ppt/notesMasters/notesMaster1.xml" Id="R45dc6a2e4cf7467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0399680184e40e0" /><Relationship Type="http://schemas.openxmlformats.org/officeDocument/2006/relationships/notesMaster" Target="/ppt/notesMasters/notesMaster1.xml" Id="Rbb05a1868c2d48e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d22a92e3d174971" /><Relationship Type="http://schemas.openxmlformats.org/officeDocument/2006/relationships/notesMaster" Target="/ppt/notesMasters/notesMaster1.xml" Id="Rb00dbf7676d242b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f78550763e04512" /><Relationship Type="http://schemas.openxmlformats.org/officeDocument/2006/relationships/notesMaster" Target="/ppt/notesMasters/notesMaster1.xml" Id="R4107faad5dd5407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3120dea18b040df" /><Relationship Type="http://schemas.openxmlformats.org/officeDocument/2006/relationships/notesMaster" Target="/ppt/notesMasters/notesMaster1.xml" Id="R8526b6f3659f468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d59485e2c3042b1" /><Relationship Type="http://schemas.openxmlformats.org/officeDocument/2006/relationships/notesMaster" Target="/ppt/notesMasters/notesMaster1.xml" Id="Ra9453a01870b4e8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3484bc4ceff48df" /><Relationship Type="http://schemas.openxmlformats.org/officeDocument/2006/relationships/notesMaster" Target="/ppt/notesMasters/notesMaster1.xml" Id="R1f5a7c5264204f6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076e5e7f1044de9" /><Relationship Type="http://schemas.openxmlformats.org/officeDocument/2006/relationships/notesMaster" Target="/ppt/notesMasters/notesMaster1.xml" Id="R13434905f7ac45f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737e957c8964dba" /><Relationship Type="http://schemas.openxmlformats.org/officeDocument/2006/relationships/notesMaster" Target="/ppt/notesMasters/notesMaster1.xml" Id="Rb5610508164e444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8191d2ef5b34016" /><Relationship Type="http://schemas.openxmlformats.org/officeDocument/2006/relationships/notesMaster" Target="/ppt/notesMasters/notesMaster1.xml" Id="R129a6a4d0155474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7cfbf03a8024342" /><Relationship Type="http://schemas.openxmlformats.org/officeDocument/2006/relationships/notesMaster" Target="/ppt/notesMasters/notesMaster1.xml" Id="R1be349b5e2214b2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70b3e43c4764d8b" /><Relationship Type="http://schemas.openxmlformats.org/officeDocument/2006/relationships/notesMaster" Target="/ppt/notesMasters/notesMaster1.xml" Id="R2894c3437b5b47b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39e3623d89b4cd6" /><Relationship Type="http://schemas.openxmlformats.org/officeDocument/2006/relationships/notesMaster" Target="/ppt/notesMasters/notesMaster1.xml" Id="R14562f51918e45c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abe2f92293e46b1" /><Relationship Type="http://schemas.openxmlformats.org/officeDocument/2006/relationships/notesMaster" Target="/ppt/notesMasters/notesMaster1.xml" Id="R7507bedbf83249e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ab4eaa552b74d28" /><Relationship Type="http://schemas.openxmlformats.org/officeDocument/2006/relationships/notesMaster" Target="/ppt/notesMasters/notesMaster1.xml" Id="Rdf0f89f40606415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b8a5ef479a5464b" /><Relationship Type="http://schemas.openxmlformats.org/officeDocument/2006/relationships/notesMaster" Target="/ppt/notesMasters/notesMaster1.xml" Id="R0f2e611a8051406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e0f17607382440e" /><Relationship Type="http://schemas.openxmlformats.org/officeDocument/2006/relationships/notesMaster" Target="/ppt/notesMasters/notesMaster1.xml" Id="Rcd627bf860614f4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e5792f02e2b481f" /><Relationship Type="http://schemas.openxmlformats.org/officeDocument/2006/relationships/notesMaster" Target="/ppt/notesMasters/notesMaster1.xml" Id="R4634d0d10631440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fafb8854dcc4255" /><Relationship Type="http://schemas.openxmlformats.org/officeDocument/2006/relationships/notesMaster" Target="/ppt/notesMasters/notesMaster1.xml" Id="Rd8b9f67f27be4c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f2b0d99211a4562" /><Relationship Type="http://schemas.openxmlformats.org/officeDocument/2006/relationships/notesMaster" Target="/ppt/notesMasters/notesMaster1.xml" Id="R1e9f60637ff347e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c182774387546c2" /><Relationship Type="http://schemas.openxmlformats.org/officeDocument/2006/relationships/notesMaster" Target="/ppt/notesMasters/notesMaster1.xml" Id="R682584a3228f4ca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ae7983d0853484c" /><Relationship Type="http://schemas.openxmlformats.org/officeDocument/2006/relationships/notesMaster" Target="/ppt/notesMasters/notesMaster1.xml" Id="R578544412eb04f3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047befeaf1d468b" /><Relationship Type="http://schemas.openxmlformats.org/officeDocument/2006/relationships/notesMaster" Target="/ppt/notesMasters/notesMaster1.xml" Id="Rd980cee0e594405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f2acad6dab2429f" /><Relationship Type="http://schemas.openxmlformats.org/officeDocument/2006/relationships/notesMaster" Target="/ppt/notesMasters/notesMaster1.xml" Id="Rc7b2f8c9f9844f4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4762d041689437b" /><Relationship Type="http://schemas.openxmlformats.org/officeDocument/2006/relationships/notesMaster" Target="/ppt/notesMasters/notesMaster1.xml" Id="R0abf57e14d34462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4d16841190d450d" /><Relationship Type="http://schemas.openxmlformats.org/officeDocument/2006/relationships/notesMaster" Target="/ppt/notesMasters/notesMaster1.xml" Id="Rd1c17772b1eb4c4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19078d9d1294d14" /><Relationship Type="http://schemas.openxmlformats.org/officeDocument/2006/relationships/notesMaster" Target="/ppt/notesMasters/notesMaster1.xml" Id="R581840a1e3ae473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c64b8e2fa064ee8" /><Relationship Type="http://schemas.openxmlformats.org/officeDocument/2006/relationships/notesMaster" Target="/ppt/notesMasters/notesMaster1.xml" Id="Rf66091cf8af14c7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7091992d3a24164" /><Relationship Type="http://schemas.openxmlformats.org/officeDocument/2006/relationships/notesMaster" Target="/ppt/notesMasters/notesMaster1.xml" Id="R7df1554235244d9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a3d5b5f945b4595" /><Relationship Type="http://schemas.openxmlformats.org/officeDocument/2006/relationships/notesMaster" Target="/ppt/notesMasters/notesMaster1.xml" Id="Rabe691cd6b26422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7246fe5bd4447cf" /><Relationship Type="http://schemas.openxmlformats.org/officeDocument/2006/relationships/notesMaster" Target="/ppt/notesMasters/notesMaster1.xml" Id="Rb81433fff841417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778361942274397" /><Relationship Type="http://schemas.openxmlformats.org/officeDocument/2006/relationships/notesMaster" Target="/ppt/notesMasters/notesMaster1.xml" Id="R208c010100e1436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7fbb71483e4400f" /><Relationship Type="http://schemas.openxmlformats.org/officeDocument/2006/relationships/notesMaster" Target="/ppt/notesMasters/notesMaster1.xml" Id="Rcce4ac26400941d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6d4c3928c4d4ab4" /><Relationship Type="http://schemas.openxmlformats.org/officeDocument/2006/relationships/notesMaster" Target="/ppt/notesMasters/notesMaster1.xml" Id="Rfaccef9305b84e7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790178eee7045e7" /><Relationship Type="http://schemas.openxmlformats.org/officeDocument/2006/relationships/notesMaster" Target="/ppt/notesMasters/notesMaster1.xml" Id="Rfaa0540947df453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9c0f2d7bd9d4e87" /><Relationship Type="http://schemas.openxmlformats.org/officeDocument/2006/relationships/notesMaster" Target="/ppt/notesMasters/notesMaster1.xml" Id="R25a4e026ce454c8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3e4c3bf520646df" /><Relationship Type="http://schemas.openxmlformats.org/officeDocument/2006/relationships/notesMaster" Target="/ppt/notesMasters/notesMaster1.xml" Id="R1b826d3c5608402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fbd5186549d4c89" /><Relationship Type="http://schemas.openxmlformats.org/officeDocument/2006/relationships/notesMaster" Target="/ppt/notesMasters/notesMaster1.xml" Id="R6637b04963ea4bb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34bc79b5027402a" /><Relationship Type="http://schemas.openxmlformats.org/officeDocument/2006/relationships/notesMaster" Target="/ppt/notesMasters/notesMaster1.xml" Id="R60894ae2b31c4d4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a7549b515ad4974" /><Relationship Type="http://schemas.openxmlformats.org/officeDocument/2006/relationships/notesMaster" Target="/ppt/notesMasters/notesMaster1.xml" Id="Rda8d8ed423364cc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f6a807caed348a6" /><Relationship Type="http://schemas.openxmlformats.org/officeDocument/2006/relationships/notesMaster" Target="/ppt/notesMasters/notesMaster1.xml" Id="R7eb88d8623a746f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0460e6b2dcf45b1" /><Relationship Type="http://schemas.openxmlformats.org/officeDocument/2006/relationships/notesMaster" Target="/ppt/notesMasters/notesMaster1.xml" Id="R57172d977c6948f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7f110ae533941ba" /><Relationship Type="http://schemas.openxmlformats.org/officeDocument/2006/relationships/notesMaster" Target="/ppt/notesMasters/notesMaster1.xml" Id="R495a27c5d772443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037f83468294a42" /><Relationship Type="http://schemas.openxmlformats.org/officeDocument/2006/relationships/notesMaster" Target="/ppt/notesMasters/notesMaster1.xml" Id="R1b28a7038642420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4f0732f4f0a42c7" /><Relationship Type="http://schemas.openxmlformats.org/officeDocument/2006/relationships/notesMaster" Target="/ppt/notesMasters/notesMaster1.xml" Id="R7970bc075d0a411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3d4d1a8fb3f4b39" /><Relationship Type="http://schemas.openxmlformats.org/officeDocument/2006/relationships/notesMaster" Target="/ppt/notesMasters/notesMaster1.xml" Id="R3a4dca961f474c8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7d62fcf1a30420e" /><Relationship Type="http://schemas.openxmlformats.org/officeDocument/2006/relationships/notesMaster" Target="/ppt/notesMasters/notesMaster1.xml" Id="Rb6f5522b8d1141a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339ab613d01447bf" /><Relationship Type="http://schemas.openxmlformats.org/officeDocument/2006/relationships/notesMaster" Target="/ppt/notesMasters/notesMaster1.xml" Id="R3226fa7199a047b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37bc542dc714932" /><Relationship Type="http://schemas.openxmlformats.org/officeDocument/2006/relationships/notesMaster" Target="/ppt/notesMasters/notesMaster1.xml" Id="Rb0b385063fb84cd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75824827d00431f" /><Relationship Type="http://schemas.openxmlformats.org/officeDocument/2006/relationships/notesMaster" Target="/ppt/notesMasters/notesMaster1.xml" Id="Rb17ce12c099f4dd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ff7441cbee04c56" /><Relationship Type="http://schemas.openxmlformats.org/officeDocument/2006/relationships/notesMaster" Target="/ppt/notesMasters/notesMaster1.xml" Id="Rf85c02465e594f5a"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970d2ea85f04781" /><Relationship Type="http://schemas.openxmlformats.org/officeDocument/2006/relationships/notesMaster" Target="/ppt/notesMasters/notesMaster1.xml" Id="Rd2b47be01be645f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56e2f11db8a48f5" /><Relationship Type="http://schemas.openxmlformats.org/officeDocument/2006/relationships/notesMaster" Target="/ppt/notesMasters/notesMaster1.xml" Id="Re9b5e2724e964419"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803082823a44deb" /><Relationship Type="http://schemas.openxmlformats.org/officeDocument/2006/relationships/notesMaster" Target="/ppt/notesMasters/notesMaster1.xml" Id="Rba34f7cec5b547d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70970761743489e" /><Relationship Type="http://schemas.openxmlformats.org/officeDocument/2006/relationships/notesMaster" Target="/ppt/notesMasters/notesMaster1.xml" Id="R5b5c40af20d549d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645b5c3bd814465" /><Relationship Type="http://schemas.openxmlformats.org/officeDocument/2006/relationships/notesMaster" Target="/ppt/notesMasters/notesMaster1.xml" Id="Rec0e3903c095413c"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19be824679341ac" /><Relationship Type="http://schemas.openxmlformats.org/officeDocument/2006/relationships/notesMaster" Target="/ppt/notesMasters/notesMaster1.xml" Id="R2f789849e25d413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c3ddaa3294446e2" /><Relationship Type="http://schemas.openxmlformats.org/officeDocument/2006/relationships/notesMaster" Target="/ppt/notesMasters/notesMaster1.xml" Id="Rd7fd06bd8319421f"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9db8ad2d451493e" /><Relationship Type="http://schemas.openxmlformats.org/officeDocument/2006/relationships/notesMaster" Target="/ppt/notesMasters/notesMaster1.xml" Id="R0e7abd17f66e447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c156a6760614f59" /><Relationship Type="http://schemas.openxmlformats.org/officeDocument/2006/relationships/notesMaster" Target="/ppt/notesMasters/notesMaster1.xml" Id="Rdc257d2a2db54869"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95f110787bc140af" /><Relationship Type="http://schemas.openxmlformats.org/officeDocument/2006/relationships/notesMaster" Target="/ppt/notesMasters/notesMaster1.xml" Id="R91ff1df8e36849d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8b8cef888d9b4e22" /><Relationship Type="http://schemas.openxmlformats.org/officeDocument/2006/relationships/notesMaster" Target="/ppt/notesMasters/notesMaster1.xml" Id="Re4af4a6f020a439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19bfa3a506f4044" /><Relationship Type="http://schemas.openxmlformats.org/officeDocument/2006/relationships/notesMaster" Target="/ppt/notesMasters/notesMaster1.xml" Id="R559d9bc3746349ae"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92a39b739414a27" /><Relationship Type="http://schemas.openxmlformats.org/officeDocument/2006/relationships/notesMaster" Target="/ppt/notesMasters/notesMaster1.xml" Id="R2cd5285d80724e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answers the sequencing question by transporting the frozen TSLA microscope before adding 6–9-session horizons. The aim is morphology, not a strategy or performance claim.</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runs/research_workbench/operator_hypothesis_lab/own_asset_return_geometry_atlas_20260826/run_spec.csv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and inferential cells were fixed before examining cross-asset outcomes. Complete grids are descriptive; formal inference is limited to seven TSLA-discovered comparisons.</a:t>
            </a:r>
          </a:p>
          <a:p xmlns:a="http://schemas.openxmlformats.org/drawingml/2006/main">
            <a:r>
              <a:t/>
            </a:r>
          </a:p>
          <a:p xmlns:a="http://schemas.openxmlformats.org/drawingml/2006/main">
            <a:r>
              <a:t>[Sources]</a:t>
            </a:r>
          </a:p>
          <a:p xmlns:a="http://schemas.openxmlformats.org/drawingml/2006/main">
            <a:r>
              <a:t>- operator_hypothesis_lab/registries/own_asset_return_geometry_atlas.csv</a:t>
            </a:r>
          </a:p>
          <a:p xmlns:a="http://schemas.openxmlformats.org/drawingml/2006/main">
            <a:r>
              <a:t>- runs/research_workbench/operator_hypothesis_lab/own_asset_return_geometry_atlas_20260826/run_spec.csv</a:t>
            </a:r>
          </a:p>
          <a:p xmlns:a="http://schemas.openxmlformats.org/drawingml/2006/main">
            <a:r>
              <a:t>- runs/research_workbench/operator_hypothesis_lab/own_asset_return_geometry_atlas_20260826/atlas_checks.csv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direction of the TSLA finding repeats in 23 of 29 transport assets. This is breadth evidence for the morphology, not a trading rule.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runs/research_workbench/operator_hypothesis_lab/own_asset_return_geometry_atlas_20260826/visuals/signed_er20_down_p20_f20_asset_effects.png</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runs/research_workbench/operator_hypothesis_lab/own_asset_return_geometry_atlas_20260826/frozen_replication_inference.csv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cross-asset median surface shows a broad long-prior, long-following negative island. That argues against a cell-specific accident and points to the 15–25-session neighborhood if later refinement is authorized.</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runs/research_workbench/operator_hypothesis_lab/own_asset_return_geometry_atlas_20260826/visuals/signed_er20_down_equal_asset_median_heatmap.png</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effect is not confined to operator favorites or high-beta equities. All six behavior groups have negative median correlation at the frozen DOWN p20/f20 cell.</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runs/research_workbench/operator_hypothesis_lab/own_asset_return_geometry_atlas_20260826/visuals/frozen_replication_group_breadth.png</a:t>
            </a:r>
          </a:p>
          <a:p xmlns:a="http://schemas.openxmlformats.org/drawingml/2006/main">
            <a:r>
              <a:t>- runs/research_workbench/operator_hypothesis_lab/own_asset_return_geometry_atlas_20260826/frozen_replication_group_summary.csv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contact sheet is a morphology check. It shows recurring long-horizon rebound geometry without pretending every asset has the same map or effect size.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runs/research_workbench/operator_hypothesis_lab/own_asset_return_geometry_atlas_20260826/visuals/signed_er20_down_asset_heatmap_atlas.png</a:t>
            </a:r>
          </a:p>
          <a:p xmlns:a="http://schemas.openxmlformats.org/drawingml/2006/main">
            <a:r>
              <a:t>- runs/research_workbench/operator_hypothesis_lab/own_asset_return_geometry_atlas_20260826/asset_state_grid_cells.csv</a:t>
            </a:r>
          </a:p>
          <a:p xmlns:a="http://schemas.openxmlformats.org/drawingml/2006/main">
            <a:r>
              <a:t>- runs/research_workbench/operator_hypothesis_lab/own_asset_return_geometry_atlas_20260826/asset_map_similarity_to_tsla.csv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separates the robust descriptive shape from the TSLA-local wrinkle. The DOWN-state long-horizon rebound transports; the unfiltered 1x1 sign kink does not.</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runs/research_workbench/operator_hypothesis_lab/own_asset_return_geometry_atlas_20260826/frozen_replication_group_summary.csv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 strengthens the case that the morphology is real in-sample, but it does not resolve shared-path conditioning, same-date dependence, later-time stability, or realizable returns.</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runs/research_workbench/operator_hypothesis_lab/own_asset_return_geometry_atlas_20260826/report.md</a:t>
            </a:r>
          </a:p>
          <a:p xmlns:a="http://schemas.openxmlformats.org/drawingml/2006/main">
            <a:r>
              <a:t>- runs/research_workbench/operator_hypothesis_lab/own_asset_return_geometry_atlas_20260826/tsla_parity_checks.csv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gives no special reason to add 6–9-session horizons. If the operator opens refinement, the evidence-backed target is the broad 15–25-session neighborhood, ideally with a frozen later-time increment before strategy work.</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atlas can be read as a behavioral microscope. Prior-return sign and the within-branch slope define four archetypes, while the existing state filters change which archetype is most prevalent.</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grammar prevents the investigation from repeatedly renaming whichever cell looks interesting. A positive slope means continuation within that sign branch; a negative slope means reversal within that branch.</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runs/research_workbench/operator_hypothesis_lab/return_geometry_behavior_catalog_20260826/visuals/behavior_archetype_grammar.png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supported cell requires at least 20 estimable assets and at least 60 percent same-sign breadth. These are post-hoc display rules for cataloging the inspected atlas, not inferential thresholds.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runs/research_workbench/operator_hypothesis_lab/return_geometry_behavior_catalog_20260826/visuals/behavior_state_catalog.png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classical momentum-like branch is visible, but not where a simple trending-up intuition would put it. It clusters most strongly in path-sideways observations and more modestly in low ATR percent; the signed-up state instead leans toward gain exhaustion.</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runs/research_workbench/operator_hypothesis_lab/return_geometry_behavior_catalog_20260826/visuals/gain_continuation_state_heatmaps.png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atlas-wide catalog dims the spotlight on one TSLA-discovered cell. Loss rebound is a broad family of geometry across several states, although signed-down maps retain structural blanks where conditioning and prior sign cannot coexist.</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runs/research_workbench/operator_hypothesis_lab/return_geometry_behavior_catalog_20260826/visuals/loss_rebound_state_heatmaps.png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Information diffusion, extension, overshoot, liquidity relief, volatility normalization, and forced deleveraging are candidate mechanisms only. Shared-path selection, overlap, drift, and common shocks remain competing explanations.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runs/research_workbench/operator_hypothesis_lab/return_geometry_behavior_catalog_20260826/visuals/behavior_mechanism_theses.png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catalog is a naming and discrimination layer. It earns clearer hypothesis generation, not a strategy. Any next confirmation should predeclare one archetype, one state, and one horizon neighborhood rather than search the complete atlas again.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runs/research_workbench/operator_hypothesis_lab/return_geometry_behavior_catalog_20260826/behavior_catalog_state_summary.csv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e40ea2400a47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ea765e03e94240" /><Relationship Type="http://schemas.openxmlformats.org/officeDocument/2006/relationships/slideLayout" Target="/ppt/slideLayouts/slideLayout1.xml" Id="Rbc2bb85667d74b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2bb85667d74b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998ada8dd5f4918" /><Relationship Type="http://schemas.openxmlformats.org/officeDocument/2006/relationships/notesSlide" Target="/ppt/notesSlides/notesSlide1.xml" Id="R9fa44b236d5c4c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f6ba9bf901d4eb3" /><Relationship Type="http://schemas.openxmlformats.org/officeDocument/2006/relationships/notesSlide" Target="/ppt/notesSlides/notesSlide2.xml" Id="Rb6b56c40b23244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74f50493ef64dbe" /><Relationship Type="http://schemas.openxmlformats.org/officeDocument/2006/relationships/notesSlide" Target="/ppt/notesSlides/notesSlide3.xml" Id="R0f8214d227244da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3b528667b04db5" /><Relationship Type="http://schemas.openxmlformats.org/officeDocument/2006/relationships/image" Target="/ppt/media/image.png" Id="Rb97b90a5a666481d" /><Relationship Type="http://schemas.openxmlformats.org/officeDocument/2006/relationships/notesSlide" Target="/ppt/notesSlides/notesSlide4.xml" Id="Reef7d61988124e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234c00d19754f2f" /><Relationship Type="http://schemas.openxmlformats.org/officeDocument/2006/relationships/image" Target="/ppt/media/image2.png" Id="R50e25aa3096e4f51" /><Relationship Type="http://schemas.openxmlformats.org/officeDocument/2006/relationships/notesSlide" Target="/ppt/notesSlides/notesSlide5.xml" Id="R0134325762654b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1ad69969fd44a65" /><Relationship Type="http://schemas.openxmlformats.org/officeDocument/2006/relationships/notesSlide" Target="/ppt/notesSlides/notesSlide6.xml" Id="R02b6e273c57d4e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9b22d8faaf4b80" /><Relationship Type="http://schemas.openxmlformats.org/officeDocument/2006/relationships/image" Target="/ppt/media/image3.png" Id="R7225bd43ae2740b0" /><Relationship Type="http://schemas.openxmlformats.org/officeDocument/2006/relationships/notesSlide" Target="/ppt/notesSlides/notesSlide7.xml" Id="Rd0a87b3ce9ed43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12dc4cc7aa4467" /><Relationship Type="http://schemas.openxmlformats.org/officeDocument/2006/relationships/image" Target="/ppt/media/image4.png" Id="R5adbf8edb5704504" /><Relationship Type="http://schemas.openxmlformats.org/officeDocument/2006/relationships/notesSlide" Target="/ppt/notesSlides/notesSlide8.xml" Id="R8a31256a1fe64b4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689c96360a842a3" /><Relationship Type="http://schemas.openxmlformats.org/officeDocument/2006/relationships/image" Target="/ppt/media/image5.png" Id="R2eea34c40dba425b" /><Relationship Type="http://schemas.openxmlformats.org/officeDocument/2006/relationships/notesSlide" Target="/ppt/notesSlides/notesSlide9.xml" Id="R9d445b0819ad468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57851153e324f7e" /><Relationship Type="http://schemas.openxmlformats.org/officeDocument/2006/relationships/image" Target="/ppt/media/image6.png" Id="R6e8c813596e94c4c" /><Relationship Type="http://schemas.openxmlformats.org/officeDocument/2006/relationships/notesSlide" Target="/ppt/notesSlides/notesSlide10.xml" Id="R74b1c01058524c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dd3dbba5460440f" /><Relationship Type="http://schemas.openxmlformats.org/officeDocument/2006/relationships/notesSlide" Target="/ppt/notesSlides/notesSlide11.xml" Id="R7634b0b8ed714be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8b6035cc762454b" /><Relationship Type="http://schemas.openxmlformats.org/officeDocument/2006/relationships/notesSlide" Target="/ppt/notesSlides/notesSlide12.xml" Id="R802dec06152045d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0363a2df91142e0" /><Relationship Type="http://schemas.openxmlformats.org/officeDocument/2006/relationships/notesSlide" Target="/ppt/notesSlides/notesSlide13.xml" Id="Rb2a4bacb9728416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37bbf263299430b" /><Relationship Type="http://schemas.openxmlformats.org/officeDocument/2006/relationships/image" Target="/ppt/media/image7.png" Id="R28e9bc4562094474" /><Relationship Type="http://schemas.openxmlformats.org/officeDocument/2006/relationships/notesSlide" Target="/ppt/notesSlides/notesSlide14.xml" Id="R6bb08cf59a4642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def490ab54947b2" /><Relationship Type="http://schemas.openxmlformats.org/officeDocument/2006/relationships/image" Target="/ppt/media/image8.png" Id="R1eb0810c654e466c" /><Relationship Type="http://schemas.openxmlformats.org/officeDocument/2006/relationships/notesSlide" Target="/ppt/notesSlides/notesSlide15.xml" Id="R4b2b40e009b74ba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bf6b66cc8804094" /><Relationship Type="http://schemas.openxmlformats.org/officeDocument/2006/relationships/image" Target="/ppt/media/image9.png" Id="R3b9b1144165841d2" /><Relationship Type="http://schemas.openxmlformats.org/officeDocument/2006/relationships/notesSlide" Target="/ppt/notesSlides/notesSlide16.xml" Id="Reb0df0983c9241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cbd8eb01e934b2d" /><Relationship Type="http://schemas.openxmlformats.org/officeDocument/2006/relationships/notesSlide" Target="/ppt/notesSlides/notesSlide17.xml" Id="Rce78a10b979e4c8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3ce486fe52a4365" /><Relationship Type="http://schemas.openxmlformats.org/officeDocument/2006/relationships/notesSlide" Target="/ppt/notesSlides/notesSlide18.xml" Id="R9a243268f84e47a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c85678dbd284261" /><Relationship Type="http://schemas.openxmlformats.org/officeDocument/2006/relationships/notesSlide" Target="/ppt/notesSlides/notesSlide19.xml" Id="R52f741224f5c416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95d3f3d821c4493" /><Relationship Type="http://schemas.openxmlformats.org/officeDocument/2006/relationships/image" Target="/ppt/media/image10.png" Id="Rb10e94b26b484a46" /><Relationship Type="http://schemas.openxmlformats.org/officeDocument/2006/relationships/notesSlide" Target="/ppt/notesSlides/notesSlide20.xml" Id="R959758c14f5e439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ec8e6aaa7d2451e" /><Relationship Type="http://schemas.openxmlformats.org/officeDocument/2006/relationships/image" Target="/ppt/media/image11.png" Id="R63a1bee4471342a7" /><Relationship Type="http://schemas.openxmlformats.org/officeDocument/2006/relationships/notesSlide" Target="/ppt/notesSlides/notesSlide21.xml" Id="R10e0ffae7f55491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60e578d713d43c8" /><Relationship Type="http://schemas.openxmlformats.org/officeDocument/2006/relationships/image" Target="/ppt/media/image12.png" Id="R320b3817457e4e86" /><Relationship Type="http://schemas.openxmlformats.org/officeDocument/2006/relationships/notesSlide" Target="/ppt/notesSlides/notesSlide22.xml" Id="R3879c2b923d749c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deb626138804dab" /><Relationship Type="http://schemas.openxmlformats.org/officeDocument/2006/relationships/notesSlide" Target="/ppt/notesSlides/notesSlide23.xml" Id="Rd397f5a4b4d9428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7de7924a7ad49bc" /><Relationship Type="http://schemas.openxmlformats.org/officeDocument/2006/relationships/notesSlide" Target="/ppt/notesSlides/notesSlide24.xml" Id="R53443b1ae3fc419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41e5fcb3eba46a4" /><Relationship Type="http://schemas.openxmlformats.org/officeDocument/2006/relationships/notesSlide" Target="/ppt/notesSlides/notesSlide25.xml" Id="Rb9b303f9ef684d2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ba134033f9d4420" /><Relationship Type="http://schemas.openxmlformats.org/officeDocument/2006/relationships/image" Target="/ppt/media/image13.png" Id="Raf4ec0b24fdd444e" /><Relationship Type="http://schemas.openxmlformats.org/officeDocument/2006/relationships/notesSlide" Target="/ppt/notesSlides/notesSlide26.xml" Id="R926a300444cf4f1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2a18c05bf5746b2" /><Relationship Type="http://schemas.openxmlformats.org/officeDocument/2006/relationships/image" Target="/ppt/media/image14.png" Id="Rd6287617d39b4087" /><Relationship Type="http://schemas.openxmlformats.org/officeDocument/2006/relationships/notesSlide" Target="/ppt/notesSlides/notesSlide27.xml" Id="R1c19f6a4a99e4b8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c749c63cfe34987" /><Relationship Type="http://schemas.openxmlformats.org/officeDocument/2006/relationships/image" Target="/ppt/media/image15.png" Id="Re5edab0318b04bad" /><Relationship Type="http://schemas.openxmlformats.org/officeDocument/2006/relationships/notesSlide" Target="/ppt/notesSlides/notesSlide28.xml" Id="R92889dabdce9468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5f48ec3ea5e4575" /><Relationship Type="http://schemas.openxmlformats.org/officeDocument/2006/relationships/image" Target="/ppt/media/image16.png" Id="Rf27385c09e5a43b1" /><Relationship Type="http://schemas.openxmlformats.org/officeDocument/2006/relationships/notesSlide" Target="/ppt/notesSlides/notesSlide29.xml" Id="R043a5fe4f52d4aa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20cff2f97934739" /><Relationship Type="http://schemas.openxmlformats.org/officeDocument/2006/relationships/image" Target="/ppt/media/image17.png" Id="Re9ece8d85a564936" /><Relationship Type="http://schemas.openxmlformats.org/officeDocument/2006/relationships/notesSlide" Target="/ppt/notesSlides/notesSlide30.xml" Id="Rd8ebb309de89457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9144cdd6b49488f" /><Relationship Type="http://schemas.openxmlformats.org/officeDocument/2006/relationships/notesSlide" Target="/ppt/notesSlides/notesSlide31.xml" Id="Re23f8729f7634d7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681a6af57b84133" /><Relationship Type="http://schemas.openxmlformats.org/officeDocument/2006/relationships/notesSlide" Target="/ppt/notesSlides/notesSlide32.xml" Id="R98c5175cdd9844c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5d8e62f2623490b" /><Relationship Type="http://schemas.openxmlformats.org/officeDocument/2006/relationships/notesSlide" Target="/ppt/notesSlides/notesSlide33.xml" Id="Rff86350f423b4ca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d36fe737a70437a" /><Relationship Type="http://schemas.openxmlformats.org/officeDocument/2006/relationships/image" Target="/ppt/media/image18.png" Id="R3a9dfa1aec1846c4" /><Relationship Type="http://schemas.openxmlformats.org/officeDocument/2006/relationships/image" Target="/ppt/media/image19.png" Id="R8c620a3b3e164557" /><Relationship Type="http://schemas.openxmlformats.org/officeDocument/2006/relationships/notesSlide" Target="/ppt/notesSlides/notesSlide34.xml" Id="R54aace1c4129497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a75753d7d424ea2" /><Relationship Type="http://schemas.openxmlformats.org/officeDocument/2006/relationships/image" Target="/ppt/media/image20.png" Id="Rda69ab53d0a74663" /><Relationship Type="http://schemas.openxmlformats.org/officeDocument/2006/relationships/image" Target="/ppt/media/image21.png" Id="R8cd6bd9bbffe48ef" /><Relationship Type="http://schemas.openxmlformats.org/officeDocument/2006/relationships/notesSlide" Target="/ppt/notesSlides/notesSlide35.xml" Id="R763ef4a369dd44c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377b572b4294adc" /><Relationship Type="http://schemas.openxmlformats.org/officeDocument/2006/relationships/image" Target="/ppt/media/image22.png" Id="R42cf0ed311c943e3" /><Relationship Type="http://schemas.openxmlformats.org/officeDocument/2006/relationships/image" Target="/ppt/media/image23.png" Id="R527cfdb6956344b6" /><Relationship Type="http://schemas.openxmlformats.org/officeDocument/2006/relationships/notesSlide" Target="/ppt/notesSlides/notesSlide36.xml" Id="Rfbf5eb74c93f4f5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a271bea5449442a" /><Relationship Type="http://schemas.openxmlformats.org/officeDocument/2006/relationships/image" Target="/ppt/media/image24.png" Id="Rb3d96db15b0b42c2" /><Relationship Type="http://schemas.openxmlformats.org/officeDocument/2006/relationships/image" Target="/ppt/media/image25.png" Id="R5210ef53ed0d4c70" /><Relationship Type="http://schemas.openxmlformats.org/officeDocument/2006/relationships/notesSlide" Target="/ppt/notesSlides/notesSlide37.xml" Id="Rf5474a0be685494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cdf3d74730d4558" /><Relationship Type="http://schemas.openxmlformats.org/officeDocument/2006/relationships/image" Target="/ppt/media/image26.png" Id="Rcc77f2868ce1470f" /><Relationship Type="http://schemas.openxmlformats.org/officeDocument/2006/relationships/image" Target="/ppt/media/image27.png" Id="R0e8188ee202c4620" /><Relationship Type="http://schemas.openxmlformats.org/officeDocument/2006/relationships/notesSlide" Target="/ppt/notesSlides/notesSlide38.xml" Id="Reb0e8cb25e644da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963fe08ecb94c14" /><Relationship Type="http://schemas.openxmlformats.org/officeDocument/2006/relationships/notesSlide" Target="/ppt/notesSlides/notesSlide39.xml" Id="R345c7b2a858141e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7f554d275ed470a" /><Relationship Type="http://schemas.openxmlformats.org/officeDocument/2006/relationships/notesSlide" Target="/ppt/notesSlides/notesSlide40.xml" Id="Rb2331cf507724e6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e97a80344644340" /><Relationship Type="http://schemas.openxmlformats.org/officeDocument/2006/relationships/notesSlide" Target="/ppt/notesSlides/notesSlide41.xml" Id="R31f164e42896489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01123d2681b4953" /><Relationship Type="http://schemas.openxmlformats.org/officeDocument/2006/relationships/image" Target="/ppt/media/image18.png" Id="Rda7123497d134814" /><Relationship Type="http://schemas.openxmlformats.org/officeDocument/2006/relationships/image" Target="/ppt/media/image28.png" Id="R99d6f84c17b7432a" /><Relationship Type="http://schemas.openxmlformats.org/officeDocument/2006/relationships/notesSlide" Target="/ppt/notesSlides/notesSlide42.xml" Id="R912cc3ec3b3345b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4bec40714ea4583" /><Relationship Type="http://schemas.openxmlformats.org/officeDocument/2006/relationships/image" Target="/ppt/media/image20.png" Id="R9ab89ad2c4974366" /><Relationship Type="http://schemas.openxmlformats.org/officeDocument/2006/relationships/image" Target="/ppt/media/image29.png" Id="Rde19827eb4a94d54" /><Relationship Type="http://schemas.openxmlformats.org/officeDocument/2006/relationships/notesSlide" Target="/ppt/notesSlides/notesSlide43.xml" Id="R2d579b68d0e94c0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49400b2a5cb4ae7" /><Relationship Type="http://schemas.openxmlformats.org/officeDocument/2006/relationships/image" Target="/ppt/media/image22.png" Id="R5a4a3238102144b7" /><Relationship Type="http://schemas.openxmlformats.org/officeDocument/2006/relationships/image" Target="/ppt/media/image30.png" Id="Rf594eea167c1427c" /><Relationship Type="http://schemas.openxmlformats.org/officeDocument/2006/relationships/notesSlide" Target="/ppt/notesSlides/notesSlide44.xml" Id="R84f2d0f716f843f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24efb7eca34a459a" /><Relationship Type="http://schemas.openxmlformats.org/officeDocument/2006/relationships/image" Target="/ppt/media/image24.png" Id="Rf62ca0d745dc4160" /><Relationship Type="http://schemas.openxmlformats.org/officeDocument/2006/relationships/image" Target="/ppt/media/image31.png" Id="R9585db7dec434502" /><Relationship Type="http://schemas.openxmlformats.org/officeDocument/2006/relationships/notesSlide" Target="/ppt/notesSlides/notesSlide45.xml" Id="Rf1b76dcff51440b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42ea21ff22e4c66" /><Relationship Type="http://schemas.openxmlformats.org/officeDocument/2006/relationships/image" Target="/ppt/media/image26.png" Id="Rf4ba7ff250474dfc" /><Relationship Type="http://schemas.openxmlformats.org/officeDocument/2006/relationships/image" Target="/ppt/media/image32.png" Id="Ra193b8128b194b71" /><Relationship Type="http://schemas.openxmlformats.org/officeDocument/2006/relationships/notesSlide" Target="/ppt/notesSlides/notesSlide46.xml" Id="R136a3e213ade45d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708f72348bd14ce6" /><Relationship Type="http://schemas.openxmlformats.org/officeDocument/2006/relationships/notesSlide" Target="/ppt/notesSlides/notesSlide47.xml" Id="R6937a740bc7f4f9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5f86c8dc95348c7" /><Relationship Type="http://schemas.openxmlformats.org/officeDocument/2006/relationships/notesSlide" Target="/ppt/notesSlides/notesSlide48.xml" Id="R3c0adbd9e985433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4fe596c5865493e" /><Relationship Type="http://schemas.openxmlformats.org/officeDocument/2006/relationships/notesSlide" Target="/ppt/notesSlides/notesSlide49.xml" Id="R2bc990ead40b4de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0fbad46c57e41d7" /><Relationship Type="http://schemas.openxmlformats.org/officeDocument/2006/relationships/image" Target="/ppt/media/image20.png" Id="R7339209fc3dc4ff3" /><Relationship Type="http://schemas.openxmlformats.org/officeDocument/2006/relationships/image" Target="/ppt/media/image33.png" Id="R3ee7ad7c69c84b70" /><Relationship Type="http://schemas.openxmlformats.org/officeDocument/2006/relationships/notesSlide" Target="/ppt/notesSlides/notesSlide50.xml" Id="R22108ae3111349e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ffed3be89be3421f" /><Relationship Type="http://schemas.openxmlformats.org/officeDocument/2006/relationships/image" Target="/ppt/media/image20.png" Id="Red5688f91f0c4750" /><Relationship Type="http://schemas.openxmlformats.org/officeDocument/2006/relationships/image" Target="/ppt/media/image34.png" Id="R793e29fd551b4c47" /><Relationship Type="http://schemas.openxmlformats.org/officeDocument/2006/relationships/notesSlide" Target="/ppt/notesSlides/notesSlide51.xml" Id="R35f155e648f3404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60722a748875473c" /><Relationship Type="http://schemas.openxmlformats.org/officeDocument/2006/relationships/image" Target="/ppt/media/image26.png" Id="R76af8d947e784b1d" /><Relationship Type="http://schemas.openxmlformats.org/officeDocument/2006/relationships/image" Target="/ppt/media/image35.png" Id="R8ccd0d628caa40eb" /><Relationship Type="http://schemas.openxmlformats.org/officeDocument/2006/relationships/notesSlide" Target="/ppt/notesSlides/notesSlide52.xml" Id="R37553e1500e24e0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e7bb45e651cc449b" /><Relationship Type="http://schemas.openxmlformats.org/officeDocument/2006/relationships/image" Target="/ppt/media/image7.png" Id="Rb3f790aeeef648ed" /><Relationship Type="http://schemas.openxmlformats.org/officeDocument/2006/relationships/image" Target="/ppt/media/image36.png" Id="R6ca2a9ee1a4d4c08" /><Relationship Type="http://schemas.openxmlformats.org/officeDocument/2006/relationships/notesSlide" Target="/ppt/notesSlides/notesSlide53.xml" Id="R28ae4c33fc2e497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177e2e874cd44fa" /><Relationship Type="http://schemas.openxmlformats.org/officeDocument/2006/relationships/notesSlide" Target="/ppt/notesSlides/notesSlide54.xml" Id="R1096336af5044d4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fdcd91527bc541e6" /><Relationship Type="http://schemas.openxmlformats.org/officeDocument/2006/relationships/notesSlide" Target="/ppt/notesSlides/notesSlide55.xml" Id="R296e128c4155417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dbb4a535e1884681" /><Relationship Type="http://schemas.openxmlformats.org/officeDocument/2006/relationships/notesSlide" Target="/ppt/notesSlides/notesSlide56.xml" Id="R737314b29dbc493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313a90f456e4431" /><Relationship Type="http://schemas.openxmlformats.org/officeDocument/2006/relationships/image" Target="/ppt/media/image37.png" Id="R99ea86f152b743cf" /><Relationship Type="http://schemas.openxmlformats.org/officeDocument/2006/relationships/image" Target="/ppt/media/image38.png" Id="R0b0eaf78c0c94d8f" /><Relationship Type="http://schemas.openxmlformats.org/officeDocument/2006/relationships/notesSlide" Target="/ppt/notesSlides/notesSlide57.xml" Id="R56c0b3dc0aa4484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189b52699944602" /><Relationship Type="http://schemas.openxmlformats.org/officeDocument/2006/relationships/image" Target="/ppt/media/image7.png" Id="R8120c86375a144f6" /><Relationship Type="http://schemas.openxmlformats.org/officeDocument/2006/relationships/image" Target="/ppt/media/image39.png" Id="R8196967580e846d3" /><Relationship Type="http://schemas.openxmlformats.org/officeDocument/2006/relationships/notesSlide" Target="/ppt/notesSlides/notesSlide58.xml" Id="R134efb28272648a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83dd3cadd7464028" /><Relationship Type="http://schemas.openxmlformats.org/officeDocument/2006/relationships/notesSlide" Target="/ppt/notesSlides/notesSlide59.xml" Id="Re7b9e36e4b71462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25b2b659b9b4c10" /><Relationship Type="http://schemas.openxmlformats.org/officeDocument/2006/relationships/image" Target="/ppt/media/image40.png" Id="Rda95733ff8034301" /><Relationship Type="http://schemas.openxmlformats.org/officeDocument/2006/relationships/image" Target="/ppt/media/image41.png" Id="R4074ff690e844ec9" /><Relationship Type="http://schemas.openxmlformats.org/officeDocument/2006/relationships/notesSlide" Target="/ppt/notesSlides/notesSlide60.xml" Id="R52ab3ddd61ec471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1e2ac0e85af4038" /><Relationship Type="http://schemas.openxmlformats.org/officeDocument/2006/relationships/image" Target="/ppt/media/image42.png" Id="R3e78707a827d49ec" /><Relationship Type="http://schemas.openxmlformats.org/officeDocument/2006/relationships/image" Target="/ppt/media/image43.png" Id="R396b30db15f44bc4" /><Relationship Type="http://schemas.openxmlformats.org/officeDocument/2006/relationships/notesSlide" Target="/ppt/notesSlides/notesSlide61.xml" Id="Re05e18e85d86406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d5928a0501eb4d07" /><Relationship Type="http://schemas.openxmlformats.org/officeDocument/2006/relationships/notesSlide" Target="/ppt/notesSlides/notesSlide62.xml" Id="Rfdf1293057ce4bf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2d1d02deab364adf" /><Relationship Type="http://schemas.openxmlformats.org/officeDocument/2006/relationships/notesSlide" Target="/ppt/notesSlides/notesSlide63.xml" Id="Rd526c0592b474e5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8c7f865069764832" /><Relationship Type="http://schemas.openxmlformats.org/officeDocument/2006/relationships/notesSlide" Target="/ppt/notesSlides/notesSlide64.xml" Id="R3324ef403665441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6e71ca57ceb44ea1" /><Relationship Type="http://schemas.openxmlformats.org/officeDocument/2006/relationships/image" Target="/ppt/media/image44.png" Id="R973cffa57ddd409c" /><Relationship Type="http://schemas.openxmlformats.org/officeDocument/2006/relationships/notesSlide" Target="/ppt/notesSlides/notesSlide65.xml" Id="R85c30f89b8134c0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acab170da634549" /><Relationship Type="http://schemas.openxmlformats.org/officeDocument/2006/relationships/notesSlide" Target="/ppt/notesSlides/notesSlide66.xml" Id="Rf88642fd0f8e4b1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5c5c41bbaf284632" /><Relationship Type="http://schemas.openxmlformats.org/officeDocument/2006/relationships/notesSlide" Target="/ppt/notesSlides/notesSlide67.xml" Id="R04c1b014970440b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5faa2f7d01d74311" /><Relationship Type="http://schemas.openxmlformats.org/officeDocument/2006/relationships/notesSlide" Target="/ppt/notesSlides/notesSlide68.xml" Id="R9d21d96f3d27421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57bd21da8ba94297" /><Relationship Type="http://schemas.openxmlformats.org/officeDocument/2006/relationships/image" Target="/ppt/media/image45.png" Id="R6524dee011cd485d" /><Relationship Type="http://schemas.openxmlformats.org/officeDocument/2006/relationships/notesSlide" Target="/ppt/notesSlides/notesSlide69.xml" Id="Ree6eb9899230490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f9f43f6ba93a42df" /><Relationship Type="http://schemas.openxmlformats.org/officeDocument/2006/relationships/image" Target="/ppt/media/image46.png" Id="R8149dc36429b480d" /><Relationship Type="http://schemas.openxmlformats.org/officeDocument/2006/relationships/notesSlide" Target="/ppt/notesSlides/notesSlide70.xml" Id="Rc6c8d306caf240a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ad18666c9524a33" /><Relationship Type="http://schemas.openxmlformats.org/officeDocument/2006/relationships/image" Target="/ppt/media/image47.png" Id="Re8e19631a7af4c9e" /><Relationship Type="http://schemas.openxmlformats.org/officeDocument/2006/relationships/notesSlide" Target="/ppt/notesSlides/notesSlide71.xml" Id="Rd22b3c8a6ed8489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8cd9ceec9ca40ab" /><Relationship Type="http://schemas.openxmlformats.org/officeDocument/2006/relationships/image" Target="/ppt/media/image48.png" Id="Re925221d81a8492c" /><Relationship Type="http://schemas.openxmlformats.org/officeDocument/2006/relationships/notesSlide" Target="/ppt/notesSlides/notesSlide72.xml" Id="R1699333c10df4f1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f20cceef16d94371" /><Relationship Type="http://schemas.openxmlformats.org/officeDocument/2006/relationships/notesSlide" Target="/ppt/notesSlides/notesSlide73.xml" Id="R8e0e9ea04efd4765"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d319a57d8c74f61" /><Relationship Type="http://schemas.openxmlformats.org/officeDocument/2006/relationships/notesSlide" Target="/ppt/notesSlides/notesSlide74.xml" Id="R50e5351769014f41"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7e8b1a1704c54b23" /><Relationship Type="http://schemas.openxmlformats.org/officeDocument/2006/relationships/notesSlide" Target="/ppt/notesSlides/notesSlide75.xml" Id="Ra7641dd8eca44de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abc7dc0286bd42b4" /><Relationship Type="http://schemas.openxmlformats.org/officeDocument/2006/relationships/image" Target="/ppt/media/image49.png" Id="Raed398e14233469a" /><Relationship Type="http://schemas.openxmlformats.org/officeDocument/2006/relationships/notesSlide" Target="/ppt/notesSlides/notesSlide76.xml" Id="Rf29733e71228468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9cc1dbe369fa47db" /><Relationship Type="http://schemas.openxmlformats.org/officeDocument/2006/relationships/image" Target="/ppt/media/image50.png" Id="Rb02f62c53164400a" /><Relationship Type="http://schemas.openxmlformats.org/officeDocument/2006/relationships/notesSlide" Target="/ppt/notesSlides/notesSlide77.xml" Id="R009e9bd211b6476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8fdad5a339f4815" /><Relationship Type="http://schemas.openxmlformats.org/officeDocument/2006/relationships/image" Target="/ppt/media/image51.png" Id="R14f793a0660a4942" /><Relationship Type="http://schemas.openxmlformats.org/officeDocument/2006/relationships/notesSlide" Target="/ppt/notesSlides/notesSlide78.xml" Id="Rad709e544e01489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7c9252424fde4719" /><Relationship Type="http://schemas.openxmlformats.org/officeDocument/2006/relationships/image" Target="/ppt/media/image52.png" Id="R64197e6d971345ab" /><Relationship Type="http://schemas.openxmlformats.org/officeDocument/2006/relationships/notesSlide" Target="/ppt/notesSlides/notesSlide79.xml" Id="R39656e0fdfeb4d12"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806b4deb8a8450a" /><Relationship Type="http://schemas.openxmlformats.org/officeDocument/2006/relationships/notesSlide" Target="/ppt/notesSlides/notesSlide80.xml" Id="Rb16fd8a589fc41d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cdd3cfd18caf4e6a" /><Relationship Type="http://schemas.openxmlformats.org/officeDocument/2006/relationships/notesSlide" Target="/ppt/notesSlides/notesSlide81.xml" Id="R68f02777ba274b7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e80068fdead4aac" /><Relationship Type="http://schemas.openxmlformats.org/officeDocument/2006/relationships/notesSlide" Target="/ppt/notesSlides/notesSlide82.xml" Id="R555db0ff7fec498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af3a7b06899241c3" /><Relationship Type="http://schemas.openxmlformats.org/officeDocument/2006/relationships/notesSlide" Target="/ppt/notesSlides/notesSlide83.xml" Id="Rcacbc231c48b430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66208b543780496a" /><Relationship Type="http://schemas.openxmlformats.org/officeDocument/2006/relationships/image" Target="/ppt/media/image53.png" Id="R4e7eb158551c41dd" /><Relationship Type="http://schemas.openxmlformats.org/officeDocument/2006/relationships/notesSlide" Target="/ppt/notesSlides/notesSlide84.xml" Id="Re5738db1c7f94cc1"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3d951dc0c9d3406b" /><Relationship Type="http://schemas.openxmlformats.org/officeDocument/2006/relationships/image" Target="/ppt/media/image54.png" Id="R2dcc50fa0f3841a2" /><Relationship Type="http://schemas.openxmlformats.org/officeDocument/2006/relationships/notesSlide" Target="/ppt/notesSlides/notesSlide85.xml" Id="R43af50a92ef742c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3886a93d37b14e4c" /><Relationship Type="http://schemas.openxmlformats.org/officeDocument/2006/relationships/image" Target="/ppt/media/image55.png" Id="Re4336977c1e345b8" /><Relationship Type="http://schemas.openxmlformats.org/officeDocument/2006/relationships/notesSlide" Target="/ppt/notesSlides/notesSlide86.xml" Id="R7a7a2cc66ce3407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0056bf2be8b04101" /><Relationship Type="http://schemas.openxmlformats.org/officeDocument/2006/relationships/image" Target="/ppt/media/image56.png" Id="Rb488fd8634394231" /><Relationship Type="http://schemas.openxmlformats.org/officeDocument/2006/relationships/notesSlide" Target="/ppt/notesSlides/notesSlide87.xml" Id="Rfdbac9b53c7d4bb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1c15763799f74e2a" /><Relationship Type="http://schemas.openxmlformats.org/officeDocument/2006/relationships/image" Target="/ppt/media/image57.png" Id="R2716a25b303b4927" /><Relationship Type="http://schemas.openxmlformats.org/officeDocument/2006/relationships/notesSlide" Target="/ppt/notesSlides/notesSlide88.xml" Id="Rc0b6bcbaf0a44ad8"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d6a200593524749" /><Relationship Type="http://schemas.openxmlformats.org/officeDocument/2006/relationships/notesSlide" Target="/ppt/notesSlides/notesSlide89.xml" Id="R2d5fe4a817f94ff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b97b90a5a666481d"/>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50e25aa3096e4f51"/>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7225bd43ae2740b0"/>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adbf8edb5704504"/>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eea34c40dba425b"/>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e8c813596e94c4c"/>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8e9bc456209447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1eb0810c654e466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3b9b1144165841d2"/>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10e94b26b484a4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3a1bee4471342a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320b3817457e4e86"/>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f4ec0b24fdd444e"/>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6287617d39b408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5edab0318b04ba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27385c09e5a43b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e9ece8d85a564936"/>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a9dfa1aec1846c4"/>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c620a3b3e16455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a69ab53d0a7466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cd6bd9bbffe48e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2cf0ed311c943e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27cfdb6956344b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3d96db15b0b42c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210ef53ed0d4c7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cc77f2868ce1470f"/>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0e8188ee202c4620"/>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a7123497d134814"/>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99d6f84c17b7432a"/>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ab89ad2c497436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e19827eb4a94d5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a4a3238102144b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594eea167c1427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62ca0d745dc416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585db7dec43450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f4ba7ff250474df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a193b8128b194b7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339209fc3dc4ff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ee7ad7c69c84b7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d5688f91f0c475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93e29fd551b4c4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76af8d947e784b1d"/>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8ccd0d628caa40eb"/>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3f790aeeef648e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ca2a9ee1a4d4c08"/>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9ea86f152b743c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b0eaf78c0c94d8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120c86375a144f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196967580e846d3"/>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a95733ff803430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074ff690e844ec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e78707a827d49e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96b30db15f44bc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73cffa57ddd409c"/>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524dee011cd485d"/>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149dc36429b480d"/>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8e19631a7af4c9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925221d81a8492c"/>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TRANSPORT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TSLA rebound shape survive transport?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Run the same signed-ER20 microscope across a predeclared 30-asset atlas.</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Atlas first. Finer horizons wait until cross-asset morphology gives us a reason to zoom.</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74</a:t>
            </a:r>
          </a:p>
        </p:txBody>
      </p:sp>
    </p:spTree>
    <p:extLst>
      <p:ext uri="{BB962C8B-B14F-4D97-AF65-F5344CB8AC3E}">
        <p14:creationId xmlns:p14="http://schemas.microsoft.com/office/powerpoint/2010/main" val="802480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8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Atlas first—transport the frozen microscope unchanged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30 assets / 6 behavior groups</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basket spans high-beta names, mature growth, cyclicals, defensives, equity ETFs, and non-equity proxies.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non-TSLA transport assets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Frozen transport contract</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Adjusted daily, 2018–2023</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1,2,3,4,5,10,15,20,25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Conditioning</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ER20 + ATR%</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Frozen cells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7 TSLA-discovered comparisons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Inference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HAC + fixed-family BH</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 refinement</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6–9 sessions not searched</a:t>
            </a:r>
          </a:p>
        </p:txBody>
      </p:sp>
    </p:spTree>
    <p:extLst>
      <p:ext uri="{BB962C8B-B14F-4D97-AF65-F5344CB8AC3E}">
        <p14:creationId xmlns:p14="http://schemas.microsoft.com/office/powerpoint/2010/main" val="139728336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frozen DOWN p20→f20 cell transports broadly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23/29 transport assets are negative; median Pearson r = −0.196. Twelve survive fixed-family BH.</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ed398e14233469a"/>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Rebound spans the 15–25-session neighborhood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Every equal-asset median in the 15/20/25 × 15/20/25 corner is negative; 70%–83% of assets agree per cell.</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02f62c53164400a"/>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behavior group leans toward rebound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six group medians are negative at DOWN p20→f20; strength varies, but no group reverses the sign.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4f793a0660a4942"/>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Thirty maps repeat the corner—but differ locally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long-horizon red corner recurs across many assets, while local surface shape remains heterogeneous.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4197e6d971345ab"/>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transports—and what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TRANSPORTS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23/29 negative; median r −0.196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WEAKENS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1×1 sign kink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raw passes; 27.6% same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HETEROGENEITY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Maps differ in strength and detail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all 6 group medians still negative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2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Keep the broad DOWN-rebound morphology; retire any universal sign-kink interpretation.</a:t>
            </a:r>
          </a:p>
        </p:txBody>
      </p:sp>
    </p:spTree>
    <p:extLst>
      <p:ext uri="{BB962C8B-B14F-4D97-AF65-F5344CB8AC3E}">
        <p14:creationId xmlns:p14="http://schemas.microsoft.com/office/powerpoint/2010/main" val="66653628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Why breadth is still not an edge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 and predictor share the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02"/>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Signed ER20 defines DOWN using the same trailing displacement used by the p20 prior return. Selection geometry can amplify the pattern.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trading claims authorized</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Evidence boundary</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have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cross-asset morphology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lack</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later-time confirmation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Also absent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expectancy, costs, execution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Mechanical caveat</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p20 displacement is shared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Interpretation</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descriptive dependence</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Next authority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operator opens next gate</a:t>
            </a:r>
          </a:p>
        </p:txBody>
      </p:sp>
    </p:spTree>
    <p:extLst>
      <p:ext uri="{BB962C8B-B14F-4D97-AF65-F5344CB8AC3E}">
        <p14:creationId xmlns:p14="http://schemas.microsoft.com/office/powerpoint/2010/main" val="139728336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stop before adding 6–9 sessions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atlas is complete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broad transport demonstrated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NOT YET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6–9-session local zoom</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motivated by atlas shape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 GATE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confirm or refine 15–25</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with a frozen, later-time design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Atlas first was the right order. Any finer search should target the transported 15–25-session neighborhood.</a:t>
            </a:r>
          </a:p>
        </p:txBody>
      </p:sp>
    </p:spTree>
    <p:extLst>
      <p:ext uri="{BB962C8B-B14F-4D97-AF65-F5344CB8AC3E}">
        <p14:creationId xmlns:p14="http://schemas.microsoft.com/office/powerpoint/2010/main" val="66653628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BEHAVIORAL CATALOG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else can this microscope reveal?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Treat return geometry as a four-archetype behavioral vocabulary—not a search for one recurring cell.</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The atlas has already populated several archetypes. The next slides show what was observed and what remains absent.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83</a:t>
            </a:r>
          </a:p>
        </p:txBody>
      </p:sp>
    </p:spTree>
    <p:extLst>
      <p:ext uri="{BB962C8B-B14F-4D97-AF65-F5344CB8AC3E}">
        <p14:creationId xmlns:p14="http://schemas.microsoft.com/office/powerpoint/2010/main" val="8024806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can express four return behaviors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Prior sign and within-branch slope define the archetype; conditioning changes its prevalence.</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e7eb158551c41dd"/>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Conditioning changes which behavior dominates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gain exhaustion dominates trending/up states; gain continuation clusters in sideways paths.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dcc50fa0f3841a2"/>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Momentum-like continuation is conditional—not universal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Sideways: 39/81 supported cells; ATR low: 17/81; signed up: 0/45.</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4336977c1e345b8"/>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rebound is broader than the DOWN 20→20 cell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unfiltered and strongest in high-volatility and signed-down long-horizon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488fd8634394231"/>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Mechanism stories become hypotheses to falsify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geometry organizes candidate explanations; correlation alone cannot identify the mechanism.</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716a25b303b4927"/>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catalogs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METHOD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Four branch archetypes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engine, different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OBSERVED</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Continuation is conditional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 ATR%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BOUNDARY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Mechanisms remain hypotheses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causal or trading authority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catalog as the method’s descriptive vocabulary; future tests name one behavior, one state, and one horizon neighborhood.</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2026-08-26T23:34:58.1890000Z</dcterms:created>
  <dcterms:modified xsi:type="dcterms:W3CDTF">2026-08-26T23:34:58.1900000Z</dcterms:modified>
</coreProperties>
</file>