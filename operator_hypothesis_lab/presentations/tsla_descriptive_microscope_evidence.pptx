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22521ca35d4bb6" /><Relationship Type="http://schemas.openxmlformats.org/officeDocument/2006/relationships/extended-properties" Target="/docProps/app.xml" Id="R2080aeae84d346e4" /><Relationship Type="http://schemas.openxmlformats.org/officeDocument/2006/relationships/officeDocument" Target="/ppt/presentation.xml" Id="R0b4e908bb06d48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0c60dfa8154058"/>
  </p:sldMasterIdLst>
  <p:notesMasterIdLst>
    <p:notesMasterId xmlns:r="http://schemas.openxmlformats.org/officeDocument/2006/relationships" r:id="Rc909d29ae35c4d05"/>
  </p:notesMasterIdLst>
  <p:sldIdLst>
    <p:sldId xmlns:r="http://schemas.openxmlformats.org/officeDocument/2006/relationships" id="256" r:id="Rb5da33f69b824c39"/>
    <p:sldId xmlns:r="http://schemas.openxmlformats.org/officeDocument/2006/relationships" id="257" r:id="R86485ec219bc4914"/>
    <p:sldId xmlns:r="http://schemas.openxmlformats.org/officeDocument/2006/relationships" id="258" r:id="R507cec9fd33b456f"/>
    <p:sldId xmlns:r="http://schemas.openxmlformats.org/officeDocument/2006/relationships" id="259" r:id="R1298cd02b5df4ce3"/>
    <p:sldId xmlns:r="http://schemas.openxmlformats.org/officeDocument/2006/relationships" id="260" r:id="Rbe97eac3eecc4559"/>
    <p:sldId xmlns:r="http://schemas.openxmlformats.org/officeDocument/2006/relationships" id="261" r:id="R8d8f3e588f32481f"/>
    <p:sldId xmlns:r="http://schemas.openxmlformats.org/officeDocument/2006/relationships" id="262" r:id="Rc058de0f50f44cc9"/>
    <p:sldId xmlns:r="http://schemas.openxmlformats.org/officeDocument/2006/relationships" id="263" r:id="Rf384f44496b44ebd"/>
    <p:sldId xmlns:r="http://schemas.openxmlformats.org/officeDocument/2006/relationships" id="264" r:id="R9700962d23de46c8"/>
    <p:sldId xmlns:r="http://schemas.openxmlformats.org/officeDocument/2006/relationships" id="265" r:id="R28f3beb482344672"/>
    <p:sldId xmlns:r="http://schemas.openxmlformats.org/officeDocument/2006/relationships" id="266" r:id="R159eae1c65254443"/>
    <p:sldId xmlns:r="http://schemas.openxmlformats.org/officeDocument/2006/relationships" id="267" r:id="Rb764c1a112754d06"/>
    <p:sldId xmlns:r="http://schemas.openxmlformats.org/officeDocument/2006/relationships" id="268" r:id="R299a86d13f0748aa"/>
    <p:sldId xmlns:r="http://schemas.openxmlformats.org/officeDocument/2006/relationships" id="269" r:id="R19677b2f514b4cd1"/>
    <p:sldId xmlns:r="http://schemas.openxmlformats.org/officeDocument/2006/relationships" id="270" r:id="R1f6ba1e54b7b4da8"/>
    <p:sldId xmlns:r="http://schemas.openxmlformats.org/officeDocument/2006/relationships" id="271" r:id="R8665125a4f5341cc"/>
    <p:sldId xmlns:r="http://schemas.openxmlformats.org/officeDocument/2006/relationships" id="272" r:id="R5e69029554114e12"/>
    <p:sldId xmlns:r="http://schemas.openxmlformats.org/officeDocument/2006/relationships" id="273" r:id="Racb65886ade94225"/>
    <p:sldId xmlns:r="http://schemas.openxmlformats.org/officeDocument/2006/relationships" id="274" r:id="R9a01683007d444b9"/>
    <p:sldId xmlns:r="http://schemas.openxmlformats.org/officeDocument/2006/relationships" id="275" r:id="R53c16fbdd6bd45d3"/>
    <p:sldId xmlns:r="http://schemas.openxmlformats.org/officeDocument/2006/relationships" id="276" r:id="Rff86cf4a30724c42"/>
    <p:sldId xmlns:r="http://schemas.openxmlformats.org/officeDocument/2006/relationships" id="277" r:id="Rbd31e32d4a344bfc"/>
    <p:sldId xmlns:r="http://schemas.openxmlformats.org/officeDocument/2006/relationships" id="278" r:id="Rf158738c48164368"/>
    <p:sldId xmlns:r="http://schemas.openxmlformats.org/officeDocument/2006/relationships" id="279" r:id="R3aa2b53991164f9f"/>
    <p:sldId xmlns:r="http://schemas.openxmlformats.org/officeDocument/2006/relationships" id="280" r:id="R94cb0c3a9787486a"/>
    <p:sldId xmlns:r="http://schemas.openxmlformats.org/officeDocument/2006/relationships" id="281" r:id="Re91ad19faf0f4475"/>
    <p:sldId xmlns:r="http://schemas.openxmlformats.org/officeDocument/2006/relationships" id="282" r:id="Rdcdabb6a27444b08"/>
    <p:sldId xmlns:r="http://schemas.openxmlformats.org/officeDocument/2006/relationships" id="283" r:id="R5591180664d9418f"/>
    <p:sldId xmlns:r="http://schemas.openxmlformats.org/officeDocument/2006/relationships" id="284" r:id="R60580597089b43e2"/>
    <p:sldId xmlns:r="http://schemas.openxmlformats.org/officeDocument/2006/relationships" id="285" r:id="Rcdae2b7c6abc4176"/>
    <p:sldId xmlns:r="http://schemas.openxmlformats.org/officeDocument/2006/relationships" id="286" r:id="Rc8ecab206c4149a3"/>
    <p:sldId xmlns:r="http://schemas.openxmlformats.org/officeDocument/2006/relationships" id="287" r:id="R48352f625278406f"/>
    <p:sldId xmlns:r="http://schemas.openxmlformats.org/officeDocument/2006/relationships" id="288" r:id="Re98a7faeef234284"/>
    <p:sldId xmlns:r="http://schemas.openxmlformats.org/officeDocument/2006/relationships" id="289" r:id="R62e758bbbe9f4a2a"/>
    <p:sldId xmlns:r="http://schemas.openxmlformats.org/officeDocument/2006/relationships" id="290" r:id="Rf71bacf99c4d41a9"/>
    <p:sldId xmlns:r="http://schemas.openxmlformats.org/officeDocument/2006/relationships" id="291" r:id="R6115b0548474494d"/>
    <p:sldId xmlns:r="http://schemas.openxmlformats.org/officeDocument/2006/relationships" id="292" r:id="Rae2888d3ec4d4c7d"/>
    <p:sldId xmlns:r="http://schemas.openxmlformats.org/officeDocument/2006/relationships" id="293" r:id="R5c128c99c3a64973"/>
    <p:sldId xmlns:r="http://schemas.openxmlformats.org/officeDocument/2006/relationships" id="294" r:id="Rae827422b6194e12"/>
    <p:sldId xmlns:r="http://schemas.openxmlformats.org/officeDocument/2006/relationships" id="295" r:id="R950565b7faba499e"/>
    <p:sldId xmlns:r="http://schemas.openxmlformats.org/officeDocument/2006/relationships" id="296" r:id="R57dba2d151ff4b10"/>
    <p:sldId xmlns:r="http://schemas.openxmlformats.org/officeDocument/2006/relationships" id="297" r:id="R44623d04a653437d"/>
    <p:sldId xmlns:r="http://schemas.openxmlformats.org/officeDocument/2006/relationships" id="298" r:id="R675eacbfc68742d6"/>
    <p:sldId xmlns:r="http://schemas.openxmlformats.org/officeDocument/2006/relationships" id="299" r:id="R49d100e88b9444a3"/>
    <p:sldId xmlns:r="http://schemas.openxmlformats.org/officeDocument/2006/relationships" id="300" r:id="R9c17e4d3a4644dfd"/>
    <p:sldId xmlns:r="http://schemas.openxmlformats.org/officeDocument/2006/relationships" id="301" r:id="Rfd9b5ed52224450c"/>
    <p:sldId xmlns:r="http://schemas.openxmlformats.org/officeDocument/2006/relationships" id="302" r:id="R17f5d8bd4b2e4953"/>
    <p:sldId xmlns:r="http://schemas.openxmlformats.org/officeDocument/2006/relationships" id="303" r:id="R1afb64cd08f448da"/>
    <p:sldId xmlns:r="http://schemas.openxmlformats.org/officeDocument/2006/relationships" id="304" r:id="R4fe355cdbcf2424b"/>
    <p:sldId xmlns:r="http://schemas.openxmlformats.org/officeDocument/2006/relationships" id="305" r:id="Rdd458d252e874f3c"/>
    <p:sldId xmlns:r="http://schemas.openxmlformats.org/officeDocument/2006/relationships" id="306" r:id="R2e28cbb731d94a3f"/>
    <p:sldId xmlns:r="http://schemas.openxmlformats.org/officeDocument/2006/relationships" id="307" r:id="R5f3d2787aef84bdb"/>
    <p:sldId xmlns:r="http://schemas.openxmlformats.org/officeDocument/2006/relationships" id="308" r:id="R13d54c743bae45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2cd852439e4f07" /><Relationship Type="http://schemas.openxmlformats.org/officeDocument/2006/relationships/slideMaster" Target="/ppt/slideMasters/slideMaster1.xml" Id="R2d0c60dfa8154058" /><Relationship Type="http://schemas.openxmlformats.org/officeDocument/2006/relationships/notesMaster" Target="/ppt/notesMasters/notesMaster1.xml" Id="Rc909d29ae35c4d05" /><Relationship Type="http://schemas.openxmlformats.org/officeDocument/2006/relationships/presProps" Target="/ppt/presProps.xml" Id="Rfcab8f5e0d264073" /><Relationship Type="http://schemas.openxmlformats.org/officeDocument/2006/relationships/tableStyles" Target="/ppt/tableStyles.xml" Id="Refc4b736e54740bc" /><Relationship Type="http://schemas.openxmlformats.org/officeDocument/2006/relationships/slide" Target="/ppt/slides/slide1.xml" Id="Rb5da33f69b824c39" /><Relationship Type="http://schemas.openxmlformats.org/officeDocument/2006/relationships/slide" Target="/ppt/slides/slide2.xml" Id="R86485ec219bc4914" /><Relationship Type="http://schemas.openxmlformats.org/officeDocument/2006/relationships/slide" Target="/ppt/slides/slide3.xml" Id="R507cec9fd33b456f" /><Relationship Type="http://schemas.openxmlformats.org/officeDocument/2006/relationships/slide" Target="/ppt/slides/slide4.xml" Id="R1298cd02b5df4ce3" /><Relationship Type="http://schemas.openxmlformats.org/officeDocument/2006/relationships/slide" Target="/ppt/slides/slide5.xml" Id="Rbe97eac3eecc4559" /><Relationship Type="http://schemas.openxmlformats.org/officeDocument/2006/relationships/slide" Target="/ppt/slides/slide6.xml" Id="R8d8f3e588f32481f" /><Relationship Type="http://schemas.openxmlformats.org/officeDocument/2006/relationships/slide" Target="/ppt/slides/slide7.xml" Id="Rc058de0f50f44cc9" /><Relationship Type="http://schemas.openxmlformats.org/officeDocument/2006/relationships/slide" Target="/ppt/slides/slide8.xml" Id="Rf384f44496b44ebd" /><Relationship Type="http://schemas.openxmlformats.org/officeDocument/2006/relationships/slide" Target="/ppt/slides/slide9.xml" Id="R9700962d23de46c8" /><Relationship Type="http://schemas.openxmlformats.org/officeDocument/2006/relationships/slide" Target="/ppt/slides/slide10.xml" Id="R28f3beb482344672" /><Relationship Type="http://schemas.openxmlformats.org/officeDocument/2006/relationships/slide" Target="/ppt/slides/slide11.xml" Id="R159eae1c65254443" /><Relationship Type="http://schemas.openxmlformats.org/officeDocument/2006/relationships/slide" Target="/ppt/slides/slide12.xml" Id="Rb764c1a112754d06" /><Relationship Type="http://schemas.openxmlformats.org/officeDocument/2006/relationships/slide" Target="/ppt/slides/slide13.xml" Id="R299a86d13f0748aa" /><Relationship Type="http://schemas.openxmlformats.org/officeDocument/2006/relationships/slide" Target="/ppt/slides/slide14.xml" Id="R19677b2f514b4cd1" /><Relationship Type="http://schemas.openxmlformats.org/officeDocument/2006/relationships/slide" Target="/ppt/slides/slide15.xml" Id="R1f6ba1e54b7b4da8" /><Relationship Type="http://schemas.openxmlformats.org/officeDocument/2006/relationships/slide" Target="/ppt/slides/slide16.xml" Id="R8665125a4f5341cc" /><Relationship Type="http://schemas.openxmlformats.org/officeDocument/2006/relationships/slide" Target="/ppt/slides/slide17.xml" Id="R5e69029554114e12" /><Relationship Type="http://schemas.openxmlformats.org/officeDocument/2006/relationships/slide" Target="/ppt/slides/slide18.xml" Id="Racb65886ade94225" /><Relationship Type="http://schemas.openxmlformats.org/officeDocument/2006/relationships/slide" Target="/ppt/slides/slide19.xml" Id="R9a01683007d444b9" /><Relationship Type="http://schemas.openxmlformats.org/officeDocument/2006/relationships/slide" Target="/ppt/slides/slide20.xml" Id="R53c16fbdd6bd45d3" /><Relationship Type="http://schemas.openxmlformats.org/officeDocument/2006/relationships/slide" Target="/ppt/slides/slide21.xml" Id="Rff86cf4a30724c42" /><Relationship Type="http://schemas.openxmlformats.org/officeDocument/2006/relationships/slide" Target="/ppt/slides/slide22.xml" Id="Rbd31e32d4a344bfc" /><Relationship Type="http://schemas.openxmlformats.org/officeDocument/2006/relationships/slide" Target="/ppt/slides/slide23.xml" Id="Rf158738c48164368" /><Relationship Type="http://schemas.openxmlformats.org/officeDocument/2006/relationships/slide" Target="/ppt/slides/slide24.xml" Id="R3aa2b53991164f9f" /><Relationship Type="http://schemas.openxmlformats.org/officeDocument/2006/relationships/slide" Target="/ppt/slides/slide25.xml" Id="R94cb0c3a9787486a" /><Relationship Type="http://schemas.openxmlformats.org/officeDocument/2006/relationships/slide" Target="/ppt/slides/slide26.xml" Id="Re91ad19faf0f4475" /><Relationship Type="http://schemas.openxmlformats.org/officeDocument/2006/relationships/slide" Target="/ppt/slides/slide27.xml" Id="Rdcdabb6a27444b08" /><Relationship Type="http://schemas.openxmlformats.org/officeDocument/2006/relationships/slide" Target="/ppt/slides/slide28.xml" Id="R5591180664d9418f" /><Relationship Type="http://schemas.openxmlformats.org/officeDocument/2006/relationships/slide" Target="/ppt/slides/slide29.xml" Id="R60580597089b43e2" /><Relationship Type="http://schemas.openxmlformats.org/officeDocument/2006/relationships/slide" Target="/ppt/slides/slide30.xml" Id="Rcdae2b7c6abc4176" /><Relationship Type="http://schemas.openxmlformats.org/officeDocument/2006/relationships/slide" Target="/ppt/slides/slide31.xml" Id="Rc8ecab206c4149a3" /><Relationship Type="http://schemas.openxmlformats.org/officeDocument/2006/relationships/slide" Target="/ppt/slides/slide32.xml" Id="R48352f625278406f" /><Relationship Type="http://schemas.openxmlformats.org/officeDocument/2006/relationships/slide" Target="/ppt/slides/slide33.xml" Id="Re98a7faeef234284" /><Relationship Type="http://schemas.openxmlformats.org/officeDocument/2006/relationships/slide" Target="/ppt/slides/slide34.xml" Id="R62e758bbbe9f4a2a" /><Relationship Type="http://schemas.openxmlformats.org/officeDocument/2006/relationships/slide" Target="/ppt/slides/slide35.xml" Id="Rf71bacf99c4d41a9" /><Relationship Type="http://schemas.openxmlformats.org/officeDocument/2006/relationships/slide" Target="/ppt/slides/slide36.xml" Id="R6115b0548474494d" /><Relationship Type="http://schemas.openxmlformats.org/officeDocument/2006/relationships/slide" Target="/ppt/slides/slide37.xml" Id="Rae2888d3ec4d4c7d" /><Relationship Type="http://schemas.openxmlformats.org/officeDocument/2006/relationships/slide" Target="/ppt/slides/slide38.xml" Id="R5c128c99c3a64973" /><Relationship Type="http://schemas.openxmlformats.org/officeDocument/2006/relationships/slide" Target="/ppt/slides/slide39.xml" Id="Rae827422b6194e12" /><Relationship Type="http://schemas.openxmlformats.org/officeDocument/2006/relationships/slide" Target="/ppt/slides/slide40.xml" Id="R950565b7faba499e" /><Relationship Type="http://schemas.openxmlformats.org/officeDocument/2006/relationships/slide" Target="/ppt/slides/slide41.xml" Id="R57dba2d151ff4b10" /><Relationship Type="http://schemas.openxmlformats.org/officeDocument/2006/relationships/slide" Target="/ppt/slides/slide42.xml" Id="R44623d04a653437d" /><Relationship Type="http://schemas.openxmlformats.org/officeDocument/2006/relationships/slide" Target="/ppt/slides/slide43.xml" Id="R675eacbfc68742d6" /><Relationship Type="http://schemas.openxmlformats.org/officeDocument/2006/relationships/slide" Target="/ppt/slides/slide44.xml" Id="R49d100e88b9444a3" /><Relationship Type="http://schemas.openxmlformats.org/officeDocument/2006/relationships/slide" Target="/ppt/slides/slide45.xml" Id="R9c17e4d3a4644dfd" /><Relationship Type="http://schemas.openxmlformats.org/officeDocument/2006/relationships/slide" Target="/ppt/slides/slide46.xml" Id="Rfd9b5ed52224450c" /><Relationship Type="http://schemas.openxmlformats.org/officeDocument/2006/relationships/slide" Target="/ppt/slides/slide47.xml" Id="R17f5d8bd4b2e4953" /><Relationship Type="http://schemas.openxmlformats.org/officeDocument/2006/relationships/slide" Target="/ppt/slides/slide48.xml" Id="R1afb64cd08f448da" /><Relationship Type="http://schemas.openxmlformats.org/officeDocument/2006/relationships/slide" Target="/ppt/slides/slide49.xml" Id="R4fe355cdbcf2424b" /><Relationship Type="http://schemas.openxmlformats.org/officeDocument/2006/relationships/slide" Target="/ppt/slides/slide50.xml" Id="Rdd458d252e874f3c" /><Relationship Type="http://schemas.openxmlformats.org/officeDocument/2006/relationships/slide" Target="/ppt/slides/slide51.xml" Id="R2e28cbb731d94a3f" /><Relationship Type="http://schemas.openxmlformats.org/officeDocument/2006/relationships/slide" Target="/ppt/slides/slide52.xml" Id="R5f3d2787aef84bdb" /><Relationship Type="http://schemas.openxmlformats.org/officeDocument/2006/relationships/slide" Target="/ppt/slides/slide53.xml" Id="R13d54c743bae45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a375ea96a54a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ece3caba3e4c5c" /><Relationship Type="http://schemas.openxmlformats.org/officeDocument/2006/relationships/notesMaster" Target="/ppt/notesMasters/notesMaster1.xml" Id="R6b5d5bb7d4e947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6b796940cf47db" /><Relationship Type="http://schemas.openxmlformats.org/officeDocument/2006/relationships/notesMaster" Target="/ppt/notesMasters/notesMaster1.xml" Id="R9a00038877f44a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0f3d065eee440d" /><Relationship Type="http://schemas.openxmlformats.org/officeDocument/2006/relationships/notesMaster" Target="/ppt/notesMasters/notesMaster1.xml" Id="Re70813aa1ece48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a420e83a124f18" /><Relationship Type="http://schemas.openxmlformats.org/officeDocument/2006/relationships/notesMaster" Target="/ppt/notesMasters/notesMaster1.xml" Id="R9c5ee827affb49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6657a0d1fd45c1" /><Relationship Type="http://schemas.openxmlformats.org/officeDocument/2006/relationships/notesMaster" Target="/ppt/notesMasters/notesMaster1.xml" Id="R4ff230c375c245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021269c7f14dc3" /><Relationship Type="http://schemas.openxmlformats.org/officeDocument/2006/relationships/notesMaster" Target="/ppt/notesMasters/notesMaster1.xml" Id="R2afc3ea35e2e41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a36cb06dcd4961" /><Relationship Type="http://schemas.openxmlformats.org/officeDocument/2006/relationships/notesMaster" Target="/ppt/notesMasters/notesMaster1.xml" Id="R5474533af3ee45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d125a2d7f345ab" /><Relationship Type="http://schemas.openxmlformats.org/officeDocument/2006/relationships/notesMaster" Target="/ppt/notesMasters/notesMaster1.xml" Id="Rf6e6d36cb8334f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124fa09e044962" /><Relationship Type="http://schemas.openxmlformats.org/officeDocument/2006/relationships/notesMaster" Target="/ppt/notesMasters/notesMaster1.xml" Id="R7a8d0b94d8374d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3f9c37db384f3d" /><Relationship Type="http://schemas.openxmlformats.org/officeDocument/2006/relationships/notesMaster" Target="/ppt/notesMasters/notesMaster1.xml" Id="R13adf3c8c50a43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deb24cf0c34c84" /><Relationship Type="http://schemas.openxmlformats.org/officeDocument/2006/relationships/notesMaster" Target="/ppt/notesMasters/notesMaster1.xml" Id="Rc9055833da7443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134b45e82349a6" /><Relationship Type="http://schemas.openxmlformats.org/officeDocument/2006/relationships/notesMaster" Target="/ppt/notesMasters/notesMaster1.xml" Id="Rc3bcdcc625a148c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010b30faff4a53" /><Relationship Type="http://schemas.openxmlformats.org/officeDocument/2006/relationships/notesMaster" Target="/ppt/notesMasters/notesMaster1.xml" Id="Rfd1206846af44b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d6dd7b560e84c7a" /><Relationship Type="http://schemas.openxmlformats.org/officeDocument/2006/relationships/notesMaster" Target="/ppt/notesMasters/notesMaster1.xml" Id="Rcbe6fcdda44c45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1f91f55bb04cae" /><Relationship Type="http://schemas.openxmlformats.org/officeDocument/2006/relationships/notesMaster" Target="/ppt/notesMasters/notesMaster1.xml" Id="R018a3be301584c2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5f0c4b11e1a43e9" /><Relationship Type="http://schemas.openxmlformats.org/officeDocument/2006/relationships/notesMaster" Target="/ppt/notesMasters/notesMaster1.xml" Id="Rb251858f05a94a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aad3d2cab754117" /><Relationship Type="http://schemas.openxmlformats.org/officeDocument/2006/relationships/notesMaster" Target="/ppt/notesMasters/notesMaster1.xml" Id="Rcc51b62b667f46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128d74509749ff" /><Relationship Type="http://schemas.openxmlformats.org/officeDocument/2006/relationships/notesMaster" Target="/ppt/notesMasters/notesMaster1.xml" Id="Rfa600b44c50f46e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a4fb40e0d7d4dbe" /><Relationship Type="http://schemas.openxmlformats.org/officeDocument/2006/relationships/notesMaster" Target="/ppt/notesMasters/notesMaster1.xml" Id="R10de83f12ac3453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55a3f667b1f4442" /><Relationship Type="http://schemas.openxmlformats.org/officeDocument/2006/relationships/notesMaster" Target="/ppt/notesMasters/notesMaster1.xml" Id="Re2b42f323e7544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ee78f07b576465f" /><Relationship Type="http://schemas.openxmlformats.org/officeDocument/2006/relationships/notesMaster" Target="/ppt/notesMasters/notesMaster1.xml" Id="R3cca29f970b24eb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5dfc6e5b2dd4c2b" /><Relationship Type="http://schemas.openxmlformats.org/officeDocument/2006/relationships/notesMaster" Target="/ppt/notesMasters/notesMaster1.xml" Id="R85bb91dbf3084e3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4c7b70b6627454c" /><Relationship Type="http://schemas.openxmlformats.org/officeDocument/2006/relationships/notesMaster" Target="/ppt/notesMasters/notesMaster1.xml" Id="R973deac647314b5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357b490882a472a" /><Relationship Type="http://schemas.openxmlformats.org/officeDocument/2006/relationships/notesMaster" Target="/ppt/notesMasters/notesMaster1.xml" Id="R16c63736573f4c0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c35ff48ed3b4989" /><Relationship Type="http://schemas.openxmlformats.org/officeDocument/2006/relationships/notesMaster" Target="/ppt/notesMasters/notesMaster1.xml" Id="R795f794c928b4a5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31040aed5e6453b" /><Relationship Type="http://schemas.openxmlformats.org/officeDocument/2006/relationships/notesMaster" Target="/ppt/notesMasters/notesMaster1.xml" Id="R6ec440f73b044c0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05f530932494f43" /><Relationship Type="http://schemas.openxmlformats.org/officeDocument/2006/relationships/notesMaster" Target="/ppt/notesMasters/notesMaster1.xml" Id="R46511066aa964a4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525e87740f448c5" /><Relationship Type="http://schemas.openxmlformats.org/officeDocument/2006/relationships/notesMaster" Target="/ppt/notesMasters/notesMaster1.xml" Id="R0f6c06734c5146e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7e4100ae11f47a2" /><Relationship Type="http://schemas.openxmlformats.org/officeDocument/2006/relationships/notesMaster" Target="/ppt/notesMasters/notesMaster1.xml" Id="Re233085b40244ac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33c619942ed4275" /><Relationship Type="http://schemas.openxmlformats.org/officeDocument/2006/relationships/notesMaster" Target="/ppt/notesMasters/notesMaster1.xml" Id="Rd00537c18eff4f2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717ea74d7f14883" /><Relationship Type="http://schemas.openxmlformats.org/officeDocument/2006/relationships/notesMaster" Target="/ppt/notesMasters/notesMaster1.xml" Id="R327adcf9ac1e436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699fe1c6cfd4aba" /><Relationship Type="http://schemas.openxmlformats.org/officeDocument/2006/relationships/notesMaster" Target="/ppt/notesMasters/notesMaster1.xml" Id="Rb09ae9f97599442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3da78e854fe4ae9" /><Relationship Type="http://schemas.openxmlformats.org/officeDocument/2006/relationships/notesMaster" Target="/ppt/notesMasters/notesMaster1.xml" Id="Rf9229beca02f4ab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58663cfbf6f4737" /><Relationship Type="http://schemas.openxmlformats.org/officeDocument/2006/relationships/notesMaster" Target="/ppt/notesMasters/notesMaster1.xml" Id="Rd18b4002345f4af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33c216c47bc4ced" /><Relationship Type="http://schemas.openxmlformats.org/officeDocument/2006/relationships/notesMaster" Target="/ppt/notesMasters/notesMaster1.xml" Id="R91551a44058948d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8f627c1a2bf4265" /><Relationship Type="http://schemas.openxmlformats.org/officeDocument/2006/relationships/notesMaster" Target="/ppt/notesMasters/notesMaster1.xml" Id="R57f11f76a6774a6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2b8e8a5d92d4343" /><Relationship Type="http://schemas.openxmlformats.org/officeDocument/2006/relationships/notesMaster" Target="/ppt/notesMasters/notesMaster1.xml" Id="R3a99a16cfc3a4c6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567fc97991e483a" /><Relationship Type="http://schemas.openxmlformats.org/officeDocument/2006/relationships/notesMaster" Target="/ppt/notesMasters/notesMaster1.xml" Id="R4173e795be694d8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f14af1d3f7c4301" /><Relationship Type="http://schemas.openxmlformats.org/officeDocument/2006/relationships/notesMaster" Target="/ppt/notesMasters/notesMaster1.xml" Id="R3b9f1956a391400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c22388e36cd437f" /><Relationship Type="http://schemas.openxmlformats.org/officeDocument/2006/relationships/notesMaster" Target="/ppt/notesMasters/notesMaster1.xml" Id="R11b5b36d36b14cf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784eb54a4f64da1" /><Relationship Type="http://schemas.openxmlformats.org/officeDocument/2006/relationships/notesMaster" Target="/ppt/notesMasters/notesMaster1.xml" Id="R1e2206ecae5a4bb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2267ee69cf64a88" /><Relationship Type="http://schemas.openxmlformats.org/officeDocument/2006/relationships/notesMaster" Target="/ppt/notesMasters/notesMaster1.xml" Id="R0ad49175f025491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d90157d9dde4e9f" /><Relationship Type="http://schemas.openxmlformats.org/officeDocument/2006/relationships/notesMaster" Target="/ppt/notesMasters/notesMaster1.xml" Id="Re8249ce934394de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82f9d57dce54b3e" /><Relationship Type="http://schemas.openxmlformats.org/officeDocument/2006/relationships/notesMaster" Target="/ppt/notesMasters/notesMaster1.xml" Id="R8f0d592dcea2419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18048bf1a504354" /><Relationship Type="http://schemas.openxmlformats.org/officeDocument/2006/relationships/notesMaster" Target="/ppt/notesMasters/notesMaster1.xml" Id="R46c857ea2f764989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79b039c63314d43" /><Relationship Type="http://schemas.openxmlformats.org/officeDocument/2006/relationships/notesMaster" Target="/ppt/notesMasters/notesMaster1.xml" Id="Rfa130296738d420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f9100eb408c4d07" /><Relationship Type="http://schemas.openxmlformats.org/officeDocument/2006/relationships/notesMaster" Target="/ppt/notesMasters/notesMaster1.xml" Id="R8540d2c4fc0a48a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46afc0a55e44599" /><Relationship Type="http://schemas.openxmlformats.org/officeDocument/2006/relationships/notesMaster" Target="/ppt/notesMasters/notesMaster1.xml" Id="Rd2f95cd7fdf941f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82a884a8bf7142f3" /><Relationship Type="http://schemas.openxmlformats.org/officeDocument/2006/relationships/notesMaster" Target="/ppt/notesMasters/notesMaster1.xml" Id="R4a406917ad664b1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c3ba5c42292404b" /><Relationship Type="http://schemas.openxmlformats.org/officeDocument/2006/relationships/notesMaster" Target="/ppt/notesMasters/notesMaster1.xml" Id="Rd16992e08da94cf6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e9c7ace81db4ce5" /><Relationship Type="http://schemas.openxmlformats.org/officeDocument/2006/relationships/notesMaster" Target="/ppt/notesMasters/notesMaster1.xml" Id="Ra50ee21e32954ff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6c0453cdcb24867" /><Relationship Type="http://schemas.openxmlformats.org/officeDocument/2006/relationships/notesMaster" Target="/ppt/notesMasters/notesMaster1.xml" Id="Rcf70ff44f0ec4ff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2623503bc45c49ea" /><Relationship Type="http://schemas.openxmlformats.org/officeDocument/2006/relationships/notesMaster" Target="/ppt/notesMasters/notesMaster1.xml" Id="R0bcabdc44f3f44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signed-return dependence changes with movement capacity, using the already accepted ATR-percent classifier rather than designing new bins from this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operator_hypothesis_lab/docs/GEN5_HYP_REG_01_1_ATR_PERCENT_VOLATILITY_RESULTS.md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state definition is reused exactly: Wilder ATR14 divided by close, current ATR-percent ranked against the prior 252 completed observations, and the accepted 30/40–60/70 hysteresis. State t is known before future returns begin.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runs/research_workbench/operator_hypothesis_lab/tsla_atrp_conditioned_return_horizon_grid_20260825/run_spec.csv</a:t>
            </a:r>
          </a:p>
          <a:p xmlns:a="http://schemas.openxmlformats.org/drawingml/2006/main">
            <a:r>
              <a:t>- runs/research_workbench/operator_hypothesis_lab/tsla_atrp_conditioned_return_horizon_grid_20260825/source_checks.csv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companion view makes the accepted volatility classifier visible in price time. Blue, gold, and red mean LOW, MEDIUM, and HIGH movement capacity; they do not mean bearish, neutral, and bullish. The lower panel shows the causal trailing ATR-percent rank and accepted hysteretic state at each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runs/research_workbench/operator_hypothesis_lab/tsla_atrp_conditioned_return_horizon_grid_20260825/visuals/tsla_atrp_state_price_bands.png</a:t>
            </a:r>
          </a:p>
          <a:p xmlns:a="http://schemas.openxmlformats.org/drawingml/2006/main">
            <a:r>
              <a:t>- runs/research_workbench/operator_hypothesis_lab/tsla_atrp_conditioned_return_horizon_grid_20260825/tsla_atrp_state_chart_ledger.csv</a:t>
            </a:r>
          </a:p>
          <a:p xmlns:a="http://schemas.openxmlformats.org/drawingml/2006/main">
            <a:r>
              <a:t>- runs/research_workbench/operator_hypothesis_lab/tsla_atrp_conditioned_return_horizon_grid_20260825/tsla_atrp_state_spans.csv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 ATR-percent anchors produce positive point estimates throughout the grid, but the strongest cell's interval crosses zero and no LOW cell survives the within-state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runs/research_workbench/operator_hypothesis_lab/tsla_atrp_conditioned_return_horizon_grid_20260825/low_pearson_matrix.csv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runs/research_workbench/operator_hypothesis_lab/tsla_atrp_conditioned_return_horizon_grid_20260825/visuals/tsla_atrp_low_pearson_heatmap.png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MEDIUM ATR-percent anchors show the most statistically stable continuation pattern. Under the strict correction across all 486 tests, the 5/3, 10/2, and 10/3 cells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runs/research_workbench/operator_hypothesis_lab/tsla_atrp_conditioned_return_horizon_grid_20260825/medium_pearson_matrix.csv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ATR-percent anchors reverse the sign of the broad surface, especially at longer horizons. The most extreme cell is visually strong but its dependence-robust interval still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correlation contrast is -0.548 at 25 prior and 15 forward; its within-family interaction q is 0.038 but strict omnibus q is 0.081. Three smaller HIGH-minus-MEDIUM interactions survive the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runs/research_workbench/operator_hypothesis_lab/tsla_atrp_conditioned_return_horizon_grid_20260825/high_minus_medium_pearson_difference_matrix.csv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- runs/research_workbench/operator_hypothesis_lab/tsla_atrp_conditioned_return_horizon_grid_20260825/high_minus_medium_interaction_bh_q_matrix.csv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runs/research_workbench/operator_hypothesis_lab/tsla_atrp_conditioned_return_horizon_grid_20260825/visuals/tsla_atrp_high_minus_medium_pearson_heatmap.png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ATR-percent split is the clearest conditional map in this descriptive lane and is partially multiplicity-robust, but it is still a same-sample replication candidate rather than a trading rule. The ER20 direction split and external-context filter are bookmarked, not opened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changes one authority only. TSLA still supplies every prior and following return. SPY supplies the already accepted causal ATR-percent state at the anchor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SPY classifier is reused exactly: Wilder ATR14 divided by adjusted close, prior-252 causal percentile, and 30/40 plus 60/70 hysteresis. No state definition or horizon changes after seeing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runs/research_workbench/operator_hypothesis_lab/tsla_spy_atrp_conditioned_return_horizon_grid_20260825/source_checks.csv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price stays TSLA, while every colored band and the lower-panel percentile come from SPY. This visual checks alignment in time; it does not claim that SPY state causes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runs/research_workbench/operator_hypothesis_lab/tsla_spy_atrp_conditioned_return_horizon_grid_20260825/visuals/tsla_spy_atrp_state_price_bands.png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runs/research_workbench/operator_hypothesis_lab/tsla_spy_atrp_conditioned_return_horizon_grid_20260825/tsla_spy_atrp_state_chart_ledger.csv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LOW ATR-percent sessions contain the clearest TSLA continuation geometry. The pattern is broad, but no single within-state cell survives its 81-cell BH-FDR family.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MEDIUM ATR-percent sessions reverse the long-forward portion of the TSLA map. This differs sharply from TSLA's own MEDIUM state, which held the earlier positive continuation island.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HIGH ATR-percent does not reproduce the broad reversal seen under TSLA's own HIGH ATR-percent state. Most cells are mildly positive, with a small negative corner at the longest prior horizons.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runs/research_workbench/operator_hypothesis_lab/tsla_spy_atrp_conditioned_return_horizon_grid_20260825/visuals/tsla_spy_atrp_high_pearson_heatmap.png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direct contrast is LOW continuation versus MEDIUM reversal at 5 prior and 15 forward sessions. Three neighboring MEDIUM-minus-LOW interactions survive their 81-cell family correction, but no pairwise interaction survives the stricter 486-test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runs/research_workbench/operator_hypothesis_lab/tsla_spy_atrp_conditioned_return_horizon_grid_20260825/visuals/tsla_spy_atrp_medium_minus_low_pearson_heatmap.png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External SPY conditioning is coherent enough to justify more descriptive cross-sectional brainstorming, but it does not confirm an edge. LOW is the most portable geometry; MEDIUM changes almost completely; HIGH keeps a related ordering while most signs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- runs/research_workbench/operator_hypothesis_lab/tsla_spy_atrp_conditioned_return_horizon_grid_20260825/report.md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  <a:p xmlns:a="http://schemas.openxmlformats.org/drawingml/2006/main">
            <a:r>
              <a:t>Internal Gen5 comparison packet: runs/research_workbench/operator_hypothesis_lab/tsla_atrp_conditioned_return_horizon_grid_20260825/</a:t>
            </a:r>
          </a:p>
          <a:p xmlns:a="http://schemas.openxmlformats.org/drawingml/2006/main">
            <a:r>
              <a:t>Internal Gen5 comparison packet: runs/research_workbench/operator_hypothesis_lab/tsla_spy_atrp_conditioned_return_horizon_grid_20260825/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  <a:p xmlns:a="http://schemas.openxmlformats.org/drawingml/2006/main">
            <a:r>
              <a:t>Internal Gen5 comparison packet: runs/research_workbench/operator_hypothesis_lab/tsla_return_horizon_grid_20260824/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8a132883eb48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b5c967767648c0" /><Relationship Type="http://schemas.openxmlformats.org/officeDocument/2006/relationships/slideLayout" Target="/ppt/slideLayouts/slideLayout1.xml" Id="Rb0dbce1e837d4a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dbce1e837d4a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7fc17834e435a" /><Relationship Type="http://schemas.openxmlformats.org/officeDocument/2006/relationships/notesSlide" Target="/ppt/notesSlides/notesSlide1.xml" Id="R9cdd1aab36084f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4968b2bce4e4c" /><Relationship Type="http://schemas.openxmlformats.org/officeDocument/2006/relationships/notesSlide" Target="/ppt/notesSlides/notesSlide2.xml" Id="R903f5467a4a042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57cbd8c674922" /><Relationship Type="http://schemas.openxmlformats.org/officeDocument/2006/relationships/notesSlide" Target="/ppt/notesSlides/notesSlide3.xml" Id="Re7132501fd2249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62fcdd42e4508" /><Relationship Type="http://schemas.openxmlformats.org/officeDocument/2006/relationships/image" Target="/ppt/media/image.png" Id="R7ad2fa2f815d4d6d" /><Relationship Type="http://schemas.openxmlformats.org/officeDocument/2006/relationships/notesSlide" Target="/ppt/notesSlides/notesSlide4.xml" Id="R08ef3b6ff06c48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c803755474d38" /><Relationship Type="http://schemas.openxmlformats.org/officeDocument/2006/relationships/image" Target="/ppt/media/image2.png" Id="Re3f881a0d9f54425" /><Relationship Type="http://schemas.openxmlformats.org/officeDocument/2006/relationships/notesSlide" Target="/ppt/notesSlides/notesSlide5.xml" Id="R4794a71c455a46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f59782f4b4aae" /><Relationship Type="http://schemas.openxmlformats.org/officeDocument/2006/relationships/notesSlide" Target="/ppt/notesSlides/notesSlide6.xml" Id="Rdf5915dc7cbb45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ad7917ff24568" /><Relationship Type="http://schemas.openxmlformats.org/officeDocument/2006/relationships/image" Target="/ppt/media/image3.png" Id="R92c65cdd62d64b68" /><Relationship Type="http://schemas.openxmlformats.org/officeDocument/2006/relationships/notesSlide" Target="/ppt/notesSlides/notesSlide7.xml" Id="R67b9c2681ae346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54dc33b7c4904" /><Relationship Type="http://schemas.openxmlformats.org/officeDocument/2006/relationships/image" Target="/ppt/media/image4.png" Id="Rf0f08754e4bc4009" /><Relationship Type="http://schemas.openxmlformats.org/officeDocument/2006/relationships/notesSlide" Target="/ppt/notesSlides/notesSlide8.xml" Id="Rb0f7f82191e247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71f848a6c4179" /><Relationship Type="http://schemas.openxmlformats.org/officeDocument/2006/relationships/image" Target="/ppt/media/image5.png" Id="R9cf19edbd4864893" /><Relationship Type="http://schemas.openxmlformats.org/officeDocument/2006/relationships/notesSlide" Target="/ppt/notesSlides/notesSlide9.xml" Id="R7bf5a54c547340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f06031b234811" /><Relationship Type="http://schemas.openxmlformats.org/officeDocument/2006/relationships/image" Target="/ppt/media/image6.png" Id="Rcab7b7c0b1cb40ed" /><Relationship Type="http://schemas.openxmlformats.org/officeDocument/2006/relationships/notesSlide" Target="/ppt/notesSlides/notesSlide10.xml" Id="R1b7ecaccd3364c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74c2fe5f848ec" /><Relationship Type="http://schemas.openxmlformats.org/officeDocument/2006/relationships/notesSlide" Target="/ppt/notesSlides/notesSlide11.xml" Id="R7910563b15774b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96268d6fd41f0" /><Relationship Type="http://schemas.openxmlformats.org/officeDocument/2006/relationships/notesSlide" Target="/ppt/notesSlides/notesSlide12.xml" Id="Rfe140ea9929046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d1eee5bf54fab" /><Relationship Type="http://schemas.openxmlformats.org/officeDocument/2006/relationships/notesSlide" Target="/ppt/notesSlides/notesSlide13.xml" Id="Rab230b1e729847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fcc0a8f614932" /><Relationship Type="http://schemas.openxmlformats.org/officeDocument/2006/relationships/image" Target="/ppt/media/image7.png" Id="R6dbf029c19894815" /><Relationship Type="http://schemas.openxmlformats.org/officeDocument/2006/relationships/notesSlide" Target="/ppt/notesSlides/notesSlide14.xml" Id="Re10c3807bfd24b0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fe4e585034f77" /><Relationship Type="http://schemas.openxmlformats.org/officeDocument/2006/relationships/image" Target="/ppt/media/image8.png" Id="Reaf50aa0b4334874" /><Relationship Type="http://schemas.openxmlformats.org/officeDocument/2006/relationships/notesSlide" Target="/ppt/notesSlides/notesSlide15.xml" Id="Re495188fa95f47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0c666f4304601" /><Relationship Type="http://schemas.openxmlformats.org/officeDocument/2006/relationships/image" Target="/ppt/media/image9.png" Id="R075c54dcde854ec5" /><Relationship Type="http://schemas.openxmlformats.org/officeDocument/2006/relationships/notesSlide" Target="/ppt/notesSlides/notesSlide16.xml" Id="R1c4cc4e721d947b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a43f67cdd4c64" /><Relationship Type="http://schemas.openxmlformats.org/officeDocument/2006/relationships/notesSlide" Target="/ppt/notesSlides/notesSlide17.xml" Id="R0375c3f8abd547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2fb8f3d8547a5" /><Relationship Type="http://schemas.openxmlformats.org/officeDocument/2006/relationships/notesSlide" Target="/ppt/notesSlides/notesSlide18.xml" Id="R28dc0b1b705d440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f138647fb489c" /><Relationship Type="http://schemas.openxmlformats.org/officeDocument/2006/relationships/notesSlide" Target="/ppt/notesSlides/notesSlide19.xml" Id="Rece47bb1a1e54c6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82a20472e47fc" /><Relationship Type="http://schemas.openxmlformats.org/officeDocument/2006/relationships/image" Target="/ppt/media/image10.png" Id="R0ec84b4d1e4049ff" /><Relationship Type="http://schemas.openxmlformats.org/officeDocument/2006/relationships/notesSlide" Target="/ppt/notesSlides/notesSlide20.xml" Id="R341e28af4a7841a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1779dcaba43d4" /><Relationship Type="http://schemas.openxmlformats.org/officeDocument/2006/relationships/image" Target="/ppt/media/image11.png" Id="R0a1aaa9241c84c8d" /><Relationship Type="http://schemas.openxmlformats.org/officeDocument/2006/relationships/notesSlide" Target="/ppt/notesSlides/notesSlide21.xml" Id="R6c5bda7f5f9c47c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7d7044e0b4bb1" /><Relationship Type="http://schemas.openxmlformats.org/officeDocument/2006/relationships/image" Target="/ppt/media/image12.png" Id="R470effb4594349cd" /><Relationship Type="http://schemas.openxmlformats.org/officeDocument/2006/relationships/notesSlide" Target="/ppt/notesSlides/notesSlide22.xml" Id="R18bd7c530f13467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e86ec8fec4b71" /><Relationship Type="http://schemas.openxmlformats.org/officeDocument/2006/relationships/notesSlide" Target="/ppt/notesSlides/notesSlide23.xml" Id="R24d5f368644c47b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38adf1d2341c4" /><Relationship Type="http://schemas.openxmlformats.org/officeDocument/2006/relationships/notesSlide" Target="/ppt/notesSlides/notesSlide24.xml" Id="R7a132e38c8104e6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0ef8ee41a4bd5" /><Relationship Type="http://schemas.openxmlformats.org/officeDocument/2006/relationships/notesSlide" Target="/ppt/notesSlides/notesSlide25.xml" Id="R88b09ddfbdaf410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36d9621524e93" /><Relationship Type="http://schemas.openxmlformats.org/officeDocument/2006/relationships/image" Target="/ppt/media/image13.png" Id="R7fa0a0942b9f4d2b" /><Relationship Type="http://schemas.openxmlformats.org/officeDocument/2006/relationships/notesSlide" Target="/ppt/notesSlides/notesSlide26.xml" Id="R2854b8ce169a468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8002a3e854478" /><Relationship Type="http://schemas.openxmlformats.org/officeDocument/2006/relationships/image" Target="/ppt/media/image14.png" Id="R3598d30657ac4505" /><Relationship Type="http://schemas.openxmlformats.org/officeDocument/2006/relationships/notesSlide" Target="/ppt/notesSlides/notesSlide27.xml" Id="Radf8aae67a37473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99fd65d9c450d" /><Relationship Type="http://schemas.openxmlformats.org/officeDocument/2006/relationships/image" Target="/ppt/media/image15.png" Id="Rc03ae16d0eb04a4a" /><Relationship Type="http://schemas.openxmlformats.org/officeDocument/2006/relationships/notesSlide" Target="/ppt/notesSlides/notesSlide28.xml" Id="Rfb3e9738f67b488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769bfaaae4dc6" /><Relationship Type="http://schemas.openxmlformats.org/officeDocument/2006/relationships/image" Target="/ppt/media/image16.png" Id="Rc94cd0e81912432b" /><Relationship Type="http://schemas.openxmlformats.org/officeDocument/2006/relationships/notesSlide" Target="/ppt/notesSlides/notesSlide29.xml" Id="R37d3a23b57f9484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b49764afb4e83" /><Relationship Type="http://schemas.openxmlformats.org/officeDocument/2006/relationships/image" Target="/ppt/media/image17.png" Id="R0bc69edbf6d04db4" /><Relationship Type="http://schemas.openxmlformats.org/officeDocument/2006/relationships/notesSlide" Target="/ppt/notesSlides/notesSlide30.xml" Id="R51d5023db6e84e5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d10a7ea4d4c84" /><Relationship Type="http://schemas.openxmlformats.org/officeDocument/2006/relationships/notesSlide" Target="/ppt/notesSlides/notesSlide31.xml" Id="Rbd32b4d1cf05438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942fd8fc4a470b" /><Relationship Type="http://schemas.openxmlformats.org/officeDocument/2006/relationships/notesSlide" Target="/ppt/notesSlides/notesSlide32.xml" Id="R020d260510d54ac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d8567831f446f" /><Relationship Type="http://schemas.openxmlformats.org/officeDocument/2006/relationships/notesSlide" Target="/ppt/notesSlides/notesSlide33.xml" Id="R598ce5635f0b40c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70445b8c748d1" /><Relationship Type="http://schemas.openxmlformats.org/officeDocument/2006/relationships/image" Target="/ppt/media/image18.png" Id="R18baa9981447494d" /><Relationship Type="http://schemas.openxmlformats.org/officeDocument/2006/relationships/image" Target="/ppt/media/image19.png" Id="R264e646452964028" /><Relationship Type="http://schemas.openxmlformats.org/officeDocument/2006/relationships/notesSlide" Target="/ppt/notesSlides/notesSlide34.xml" Id="R6566564a12f14ec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c2c2e10044a67" /><Relationship Type="http://schemas.openxmlformats.org/officeDocument/2006/relationships/image" Target="/ppt/media/image20.png" Id="R6d0bab586b6c4923" /><Relationship Type="http://schemas.openxmlformats.org/officeDocument/2006/relationships/image" Target="/ppt/media/image21.png" Id="Rcd0b2122601f4376" /><Relationship Type="http://schemas.openxmlformats.org/officeDocument/2006/relationships/notesSlide" Target="/ppt/notesSlides/notesSlide35.xml" Id="R469dd706dc5b42b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06bdc321547f1" /><Relationship Type="http://schemas.openxmlformats.org/officeDocument/2006/relationships/image" Target="/ppt/media/image22.png" Id="Re2235d9a399946fc" /><Relationship Type="http://schemas.openxmlformats.org/officeDocument/2006/relationships/image" Target="/ppt/media/image23.png" Id="R2fb79264e7474fa9" /><Relationship Type="http://schemas.openxmlformats.org/officeDocument/2006/relationships/notesSlide" Target="/ppt/notesSlides/notesSlide36.xml" Id="Rf6e691696b1d43d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0019c70fd4541" /><Relationship Type="http://schemas.openxmlformats.org/officeDocument/2006/relationships/image" Target="/ppt/media/image24.png" Id="Rf62d6f3bd4964097" /><Relationship Type="http://schemas.openxmlformats.org/officeDocument/2006/relationships/image" Target="/ppt/media/image25.png" Id="Rcff7f4fdf5974f35" /><Relationship Type="http://schemas.openxmlformats.org/officeDocument/2006/relationships/notesSlide" Target="/ppt/notesSlides/notesSlide37.xml" Id="R7d03d970ad6843b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2a5b8d0114678" /><Relationship Type="http://schemas.openxmlformats.org/officeDocument/2006/relationships/image" Target="/ppt/media/image26.png" Id="R16b45566989146a5" /><Relationship Type="http://schemas.openxmlformats.org/officeDocument/2006/relationships/image" Target="/ppt/media/image27.png" Id="Re5dfa0ca2a854822" /><Relationship Type="http://schemas.openxmlformats.org/officeDocument/2006/relationships/notesSlide" Target="/ppt/notesSlides/notesSlide38.xml" Id="R06e4b98e6c2249b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414cddafc48f9" /><Relationship Type="http://schemas.openxmlformats.org/officeDocument/2006/relationships/notesSlide" Target="/ppt/notesSlides/notesSlide39.xml" Id="R655cce10209c40b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e416c55b5e4110" /><Relationship Type="http://schemas.openxmlformats.org/officeDocument/2006/relationships/notesSlide" Target="/ppt/notesSlides/notesSlide40.xml" Id="Ra8dd37a9abfb415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bdd0f3f4847a7" /><Relationship Type="http://schemas.openxmlformats.org/officeDocument/2006/relationships/notesSlide" Target="/ppt/notesSlides/notesSlide41.xml" Id="R28dd0d7f009d430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ee969a1e9424c" /><Relationship Type="http://schemas.openxmlformats.org/officeDocument/2006/relationships/image" Target="/ppt/media/image18.png" Id="Rf627b50688354903" /><Relationship Type="http://schemas.openxmlformats.org/officeDocument/2006/relationships/image" Target="/ppt/media/image28.png" Id="R58945659d51f44a1" /><Relationship Type="http://schemas.openxmlformats.org/officeDocument/2006/relationships/notesSlide" Target="/ppt/notesSlides/notesSlide42.xml" Id="R9945dbba44fb46b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4a874cf554bb9" /><Relationship Type="http://schemas.openxmlformats.org/officeDocument/2006/relationships/image" Target="/ppt/media/image20.png" Id="R4f41a6a53e0c4f93" /><Relationship Type="http://schemas.openxmlformats.org/officeDocument/2006/relationships/image" Target="/ppt/media/image29.png" Id="R687a21721adb418a" /><Relationship Type="http://schemas.openxmlformats.org/officeDocument/2006/relationships/notesSlide" Target="/ppt/notesSlides/notesSlide43.xml" Id="R6d19b9aad14940c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ec7ea3e4c4116" /><Relationship Type="http://schemas.openxmlformats.org/officeDocument/2006/relationships/image" Target="/ppt/media/image22.png" Id="R2baf666064904f43" /><Relationship Type="http://schemas.openxmlformats.org/officeDocument/2006/relationships/image" Target="/ppt/media/image30.png" Id="R984a13127eb343cf" /><Relationship Type="http://schemas.openxmlformats.org/officeDocument/2006/relationships/notesSlide" Target="/ppt/notesSlides/notesSlide44.xml" Id="R154b0f69fd23451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563214268473d" /><Relationship Type="http://schemas.openxmlformats.org/officeDocument/2006/relationships/image" Target="/ppt/media/image24.png" Id="Rea75e8986eae4477" /><Relationship Type="http://schemas.openxmlformats.org/officeDocument/2006/relationships/image" Target="/ppt/media/image31.png" Id="Rae891186be36471b" /><Relationship Type="http://schemas.openxmlformats.org/officeDocument/2006/relationships/notesSlide" Target="/ppt/notesSlides/notesSlide45.xml" Id="Rcb0ab072f48349f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82a55610247d0" /><Relationship Type="http://schemas.openxmlformats.org/officeDocument/2006/relationships/image" Target="/ppt/media/image26.png" Id="R440add1ae3854a4d" /><Relationship Type="http://schemas.openxmlformats.org/officeDocument/2006/relationships/image" Target="/ppt/media/image32.png" Id="R0ced9f43c1dd4407" /><Relationship Type="http://schemas.openxmlformats.org/officeDocument/2006/relationships/notesSlide" Target="/ppt/notesSlides/notesSlide46.xml" Id="R7954c2a8f87745e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4999a9e064291" /><Relationship Type="http://schemas.openxmlformats.org/officeDocument/2006/relationships/notesSlide" Target="/ppt/notesSlides/notesSlide47.xml" Id="R5736722560e4423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69c522b184401" /><Relationship Type="http://schemas.openxmlformats.org/officeDocument/2006/relationships/notesSlide" Target="/ppt/notesSlides/notesSlide48.xml" Id="R97c64297701f4b1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b5bc1b3d14157" /><Relationship Type="http://schemas.openxmlformats.org/officeDocument/2006/relationships/notesSlide" Target="/ppt/notesSlides/notesSlide49.xml" Id="Rb3a5f072d64f447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4b710b4884c0d" /><Relationship Type="http://schemas.openxmlformats.org/officeDocument/2006/relationships/image" Target="/ppt/media/image20.png" Id="R9617acbdd661423a" /><Relationship Type="http://schemas.openxmlformats.org/officeDocument/2006/relationships/image" Target="/ppt/media/image33.png" Id="R746b396aef224c3d" /><Relationship Type="http://schemas.openxmlformats.org/officeDocument/2006/relationships/notesSlide" Target="/ppt/notesSlides/notesSlide50.xml" Id="R913d0a870ce041f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7cbe82d194357" /><Relationship Type="http://schemas.openxmlformats.org/officeDocument/2006/relationships/image" Target="/ppt/media/image20.png" Id="Rea9e525c0de64db1" /><Relationship Type="http://schemas.openxmlformats.org/officeDocument/2006/relationships/image" Target="/ppt/media/image34.png" Id="Rdd307b45b41c40b5" /><Relationship Type="http://schemas.openxmlformats.org/officeDocument/2006/relationships/notesSlide" Target="/ppt/notesSlides/notesSlide51.xml" Id="Rd3428c8a9249435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77450cd214ba4" /><Relationship Type="http://schemas.openxmlformats.org/officeDocument/2006/relationships/image" Target="/ppt/media/image26.png" Id="Re269ce31688244a6" /><Relationship Type="http://schemas.openxmlformats.org/officeDocument/2006/relationships/image" Target="/ppt/media/image35.png" Id="R2c6c5ad576b24d78" /><Relationship Type="http://schemas.openxmlformats.org/officeDocument/2006/relationships/notesSlide" Target="/ppt/notesSlides/notesSlide52.xml" Id="R0311827eb60e4f4b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7eef32ee24140" /><Relationship Type="http://schemas.openxmlformats.org/officeDocument/2006/relationships/notesSlide" Target="/ppt/notesSlides/notesSlide53.xml" Id="Ra23bba251f7e4e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2fa2f815d4d6d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881a0d9f54425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65cdd62d64b68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08754e4bc4009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19edbd4864893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7b7c0b1cb40ed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f029c1989481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50aa0b4334874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c54dcde854ec5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c84b4d1e4049f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1aaa9241c84c8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effb4594349cd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movement capacity separate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from reversal?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4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Reuse the accepted ATR% state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LOW, MEDIUM, and HIGH inherit HYP-REG-01.1's fixed causal classifier.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accepted ATR%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ATR% state is assigned at anchor close t. Prior return ends at t; following return begins after t. It measures capacity—not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volatility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shows movement capacity—not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state uses Wilder ATR14 / close, ranked against the prior 252 completed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Blue marks LOW, gold MEDIUM, and red HIGH movement capacity. Price and the causal trailing ATR% rank are shown together.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0a0942b9f4d2b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ATR% is broadly positive, but no cell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strongest +0.198 at 10 prior / 25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98d30657ac450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ATR% contains the stable continuation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21/81 within-state BH passes; strict survivors cluster at 5–10 prior / 2–3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ae16d0eb04a4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ATR% flips the surface toward reversal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negative; strongest -0.301 at 20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cd0e81912432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and MEDIUM contain direct state differences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-0.548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25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HIGH-minus-MEDIUM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3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c69edbf6d04db4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changes the map—and leaves a replication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All cells are positive, but none survive the within-state 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+0.198; 0/81 BH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continuation island survives around 5–10 prior / 2–3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21/81 family; 3 strict omnibus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surface broadly reverses, especially at longer horizons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negative; max |r| = 0.301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Bookmarked next 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Replicate ATR% on a frozen sample. Then split green ER20 into up/down direction and test external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SPY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SPY's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SPY ATR% before reading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SPY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SPY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SPY state uses Wilder ATR14 / close, ranked against the prior 252 completed SPY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SPY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aa9981447494d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e646452964028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reveals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+0.228 at 5 prior / 10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0bab586b6c492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b2122601f4376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MEDIUM turns long-forward returns negative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67/81 cells negative; strongest -0.191 at 15 prior / 20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35d9a399946fc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79264e7474fa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HIGH leaves a mild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60/81 cells positive; max |r| = 0.103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d6f3bd496409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7f4fdf5974f3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-0.389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45566989146a5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dfa0ca2a854822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context changes the map—but confirms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SPY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Broadly preserves the positive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same sign vs own LOW; mean r +0.091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Reverses the own-asset MEDIUM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14/81 same sign; mean r -0.058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0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and mixed—not broad TSLA reversal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25/81 same sign; mean r +0.031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External context is a promising descriptive axis. Next: brainstorm cross-sectional cues; keep replication and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QUASI-EXTERNAL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QQQ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56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QQQ's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QQQ is quasi-external;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QQQ ATR% to read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QQQ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QQQ state uses Wilder ATR14 / close, ranked against the prior 252 completed QQQ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QQQ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7b50688354903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45659d51f44a1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reveals broad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positive; strongest +0.260 at 10 prior / 5 forward; family q = 0.051,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1a6a53e0c4f9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7a21721adb418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MEDIUM weakens at longer horizons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cells positive; long/long cells turn negative; strongest -0.224 at 20 prior / 25 forward;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f666064904f4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4a13127eb343c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HIGH leaves a mild negative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cells negative; max |r| = 0.112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75e8986eae447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91186be36471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-0.342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10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0.274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add1ae3854a4d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d9f43c1dd4407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reshapes TSLA returns—but leaves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Preserves the broad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positive; 77/81 same sign vs own; mean r +0.123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QQQ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Weakens own-asset MEDIUM; long horizons turn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positive; 44/81 same sign vs own; mean r -0.010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negative map; closer to TSLA-own HIGH than SPY HIGH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negative; 63/81 same sign vs own; mean r -0.022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is a coherent quasi-external axis—not independent evidence. Next: frozen QQQ/SPY lead–lag grid; keep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CROSS-ASSET PRIOR RETURNS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prior market return foreshadow TSLA?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Compare QQQ and SPY return windows ending at the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Same TSLA target, sample, horizons, timing boundary, and uncertainty. No relative-strength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market return ends before TSLA's future begins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/ SPY R−(p)  →  TSLA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market-return window ends at anchor close t. TSLA's following return begins after 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prior-return authorities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cross-asset surface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Predictors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and SPY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Prior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Following TSLA cumulative log return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81 each; 162 pooled BH tests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QQQ return reveals a medium-horizon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+0.134 at 10 prior / 10 forward; family q = 0.361,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7acbdd661423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6b396aef224c3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SPY return traces the same, weaker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cells positive; strongest +0.111 at 10 prior / 5 forward; family q = 0.662,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e525c0de64db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07b45b41c40b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and SPY maps differ only modestly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QQQ-minus-SPY change: 15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79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cells with the same correlation 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 = 0.947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cellwise correlation between the two maps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69ce31688244a6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6c5ad576b24d78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prior returns reveal shared geometry—not a lead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PRIOR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Positive island peaks around 5–10 prior / 5–10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positive; max r +0.134; 0/81 family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PRIOR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Nearly the same surface, with slightly weaker point estimates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positive; max r +0.111; 0/81 family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TSLA-OWN BASELINE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already exists in TSLA's own prior-return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QQQ/own map r +0.906; SPY/own r +0.965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Shared trend geometry is a useful clue, but no distinct external lead or multiplicity survivor is established. Keep the strategy gate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2026-08-26T02:47:47.7560000Z</dcterms:created>
  <dcterms:modified xsi:type="dcterms:W3CDTF">2026-08-26T02:47:47.7560000Z</dcterms:modified>
</coreProperties>
</file>