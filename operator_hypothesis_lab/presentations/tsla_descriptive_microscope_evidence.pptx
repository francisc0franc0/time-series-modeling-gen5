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e348d8421c456c" /><Relationship Type="http://schemas.openxmlformats.org/officeDocument/2006/relationships/extended-properties" Target="/docProps/app.xml" Id="R62e53d69103e44a7" /><Relationship Type="http://schemas.openxmlformats.org/officeDocument/2006/relationships/officeDocument" Target="/ppt/presentation.xml" Id="Reea7b2ab4f5d44eb" /></Relationships>
</file>

<file path=ppt/presentation.xml><?xml version="1.0" encoding="utf-8"?>
<p:presentation xmlns:p="http://schemas.openxmlformats.org/presentationml/2006/main">
  <p:sldMasterIdLst>
    <p:sldMasterId xmlns:r="http://schemas.openxmlformats.org/officeDocument/2006/relationships" id="2147483648" r:id="R05693da537bd463e"/>
  </p:sldMasterIdLst>
  <p:notesMasterIdLst>
    <p:notesMasterId xmlns:r="http://schemas.openxmlformats.org/officeDocument/2006/relationships" r:id="R2cc480bea7074744"/>
  </p:notesMasterIdLst>
  <p:sldIdLst>
    <p:sldId xmlns:r="http://schemas.openxmlformats.org/officeDocument/2006/relationships" id="256" r:id="R4f23c7117ece4419"/>
    <p:sldId xmlns:r="http://schemas.openxmlformats.org/officeDocument/2006/relationships" id="257" r:id="R9f43b33af8c942c2"/>
    <p:sldId xmlns:r="http://schemas.openxmlformats.org/officeDocument/2006/relationships" id="258" r:id="R205027c545a34a4e"/>
    <p:sldId xmlns:r="http://schemas.openxmlformats.org/officeDocument/2006/relationships" id="259" r:id="R1d44a30628044c8f"/>
    <p:sldId xmlns:r="http://schemas.openxmlformats.org/officeDocument/2006/relationships" id="260" r:id="Re5478eb095fc41bd"/>
    <p:sldId xmlns:r="http://schemas.openxmlformats.org/officeDocument/2006/relationships" id="261" r:id="Rc6bc61d0687b43f5"/>
    <p:sldId xmlns:r="http://schemas.openxmlformats.org/officeDocument/2006/relationships" id="262" r:id="Ra90ce022729245a3"/>
    <p:sldId xmlns:r="http://schemas.openxmlformats.org/officeDocument/2006/relationships" id="263" r:id="R51d67417128d4c9c"/>
    <p:sldId xmlns:r="http://schemas.openxmlformats.org/officeDocument/2006/relationships" id="264" r:id="R130cbc7ab1a54521"/>
    <p:sldId xmlns:r="http://schemas.openxmlformats.org/officeDocument/2006/relationships" id="265" r:id="R5ef68df17c774a57"/>
    <p:sldId xmlns:r="http://schemas.openxmlformats.org/officeDocument/2006/relationships" id="266" r:id="Rd3bcb09ca4bf4ee8"/>
    <p:sldId xmlns:r="http://schemas.openxmlformats.org/officeDocument/2006/relationships" id="267" r:id="R0e044eec9bce4ffc"/>
    <p:sldId xmlns:r="http://schemas.openxmlformats.org/officeDocument/2006/relationships" id="268" r:id="R88b1d1c3714f481a"/>
    <p:sldId xmlns:r="http://schemas.openxmlformats.org/officeDocument/2006/relationships" id="269" r:id="R846c0d271535488f"/>
    <p:sldId xmlns:r="http://schemas.openxmlformats.org/officeDocument/2006/relationships" id="270" r:id="R32976d29397f4e15"/>
    <p:sldId xmlns:r="http://schemas.openxmlformats.org/officeDocument/2006/relationships" id="271" r:id="R87a1a5b262414364"/>
    <p:sldId xmlns:r="http://schemas.openxmlformats.org/officeDocument/2006/relationships" id="272" r:id="R31d2fcffe3994a2c"/>
    <p:sldId xmlns:r="http://schemas.openxmlformats.org/officeDocument/2006/relationships" id="273" r:id="R92a03a3745664d24"/>
    <p:sldId xmlns:r="http://schemas.openxmlformats.org/officeDocument/2006/relationships" id="274" r:id="R60e3f3ac026443fe"/>
    <p:sldId xmlns:r="http://schemas.openxmlformats.org/officeDocument/2006/relationships" id="275" r:id="Rd011b69ca7a24691"/>
    <p:sldId xmlns:r="http://schemas.openxmlformats.org/officeDocument/2006/relationships" id="276" r:id="R0befedcca1564220"/>
    <p:sldId xmlns:r="http://schemas.openxmlformats.org/officeDocument/2006/relationships" id="277" r:id="R4f92d8d5207f4011"/>
    <p:sldId xmlns:r="http://schemas.openxmlformats.org/officeDocument/2006/relationships" id="278" r:id="R4acab7770cd54c02"/>
    <p:sldId xmlns:r="http://schemas.openxmlformats.org/officeDocument/2006/relationships" id="279" r:id="Rfd31bf0d427841dc"/>
    <p:sldId xmlns:r="http://schemas.openxmlformats.org/officeDocument/2006/relationships" id="280" r:id="R654914e95b67497d"/>
    <p:sldId xmlns:r="http://schemas.openxmlformats.org/officeDocument/2006/relationships" id="281" r:id="Re4bd900ee46749a3"/>
    <p:sldId xmlns:r="http://schemas.openxmlformats.org/officeDocument/2006/relationships" id="282" r:id="R63e937b94010481e"/>
    <p:sldId xmlns:r="http://schemas.openxmlformats.org/officeDocument/2006/relationships" id="283" r:id="Rc7523c6df2384925"/>
    <p:sldId xmlns:r="http://schemas.openxmlformats.org/officeDocument/2006/relationships" id="284" r:id="R6e2a96e9eaa14287"/>
    <p:sldId xmlns:r="http://schemas.openxmlformats.org/officeDocument/2006/relationships" id="285" r:id="Rca66326df5714520"/>
    <p:sldId xmlns:r="http://schemas.openxmlformats.org/officeDocument/2006/relationships" id="286" r:id="R706ebde813044b67"/>
    <p:sldId xmlns:r="http://schemas.openxmlformats.org/officeDocument/2006/relationships" id="287" r:id="R87605039c89b45ae"/>
    <p:sldId xmlns:r="http://schemas.openxmlformats.org/officeDocument/2006/relationships" id="288" r:id="Ra5a851ab923444ff"/>
    <p:sldId xmlns:r="http://schemas.openxmlformats.org/officeDocument/2006/relationships" id="289" r:id="Re36cf4bd4db545e9"/>
    <p:sldId xmlns:r="http://schemas.openxmlformats.org/officeDocument/2006/relationships" id="290" r:id="R77d40b36f1b4401a"/>
    <p:sldId xmlns:r="http://schemas.openxmlformats.org/officeDocument/2006/relationships" id="291" r:id="R5e1f6e1a2b474930"/>
    <p:sldId xmlns:r="http://schemas.openxmlformats.org/officeDocument/2006/relationships" id="292" r:id="R871618476ab44c82"/>
    <p:sldId xmlns:r="http://schemas.openxmlformats.org/officeDocument/2006/relationships" id="293" r:id="Rd3a87c9157be4bda"/>
    <p:sldId xmlns:r="http://schemas.openxmlformats.org/officeDocument/2006/relationships" id="294" r:id="R3c84e25970c34fc1"/>
    <p:sldId xmlns:r="http://schemas.openxmlformats.org/officeDocument/2006/relationships" id="295" r:id="Rb7844774b7ae4a2b"/>
    <p:sldId xmlns:r="http://schemas.openxmlformats.org/officeDocument/2006/relationships" id="296" r:id="R871883174d4b4473"/>
    <p:sldId xmlns:r="http://schemas.openxmlformats.org/officeDocument/2006/relationships" id="297" r:id="R2899e84c02584194"/>
    <p:sldId xmlns:r="http://schemas.openxmlformats.org/officeDocument/2006/relationships" id="298" r:id="Rf465ff80ada84898"/>
    <p:sldId xmlns:r="http://schemas.openxmlformats.org/officeDocument/2006/relationships" id="299" r:id="Re18cb412e15947ee"/>
    <p:sldId xmlns:r="http://schemas.openxmlformats.org/officeDocument/2006/relationships" id="300" r:id="Rc607eda79beb4455"/>
    <p:sldId xmlns:r="http://schemas.openxmlformats.org/officeDocument/2006/relationships" id="301" r:id="Re5c336ab9cc341be"/>
    <p:sldId xmlns:r="http://schemas.openxmlformats.org/officeDocument/2006/relationships" id="302" r:id="R66639339c1594c4b"/>
    <p:sldId xmlns:r="http://schemas.openxmlformats.org/officeDocument/2006/relationships" id="303" r:id="R276f67c17efe4cd8"/>
    <p:sldId xmlns:r="http://schemas.openxmlformats.org/officeDocument/2006/relationships" id="304" r:id="Rcffc676f9b5a48c2"/>
    <p:sldId xmlns:r="http://schemas.openxmlformats.org/officeDocument/2006/relationships" id="305" r:id="R9082658dd1e441d4"/>
    <p:sldId xmlns:r="http://schemas.openxmlformats.org/officeDocument/2006/relationships" id="306" r:id="Rb59b45662c2c40ca"/>
    <p:sldId xmlns:r="http://schemas.openxmlformats.org/officeDocument/2006/relationships" id="307" r:id="Rfbc7b1c94c8c46fe"/>
    <p:sldId xmlns:r="http://schemas.openxmlformats.org/officeDocument/2006/relationships" id="308" r:id="R08b637db588b41e3"/>
    <p:sldId xmlns:r="http://schemas.openxmlformats.org/officeDocument/2006/relationships" id="309" r:id="Ra8a6ef0a865b477b"/>
    <p:sldId xmlns:r="http://schemas.openxmlformats.org/officeDocument/2006/relationships" id="310" r:id="Ra2491a8230c1473d"/>
    <p:sldId xmlns:r="http://schemas.openxmlformats.org/officeDocument/2006/relationships" id="311" r:id="R3f02c8afce444a06"/>
    <p:sldId xmlns:r="http://schemas.openxmlformats.org/officeDocument/2006/relationships" id="312" r:id="R8d8d65ea09124ce9"/>
    <p:sldId xmlns:r="http://schemas.openxmlformats.org/officeDocument/2006/relationships" id="313" r:id="Rce4f00c7710b496f"/>
    <p:sldId xmlns:r="http://schemas.openxmlformats.org/officeDocument/2006/relationships" id="314" r:id="Rd70a72e3aabb40dd"/>
    <p:sldId xmlns:r="http://schemas.openxmlformats.org/officeDocument/2006/relationships" id="315" r:id="R772279b4034f42b0"/>
    <p:sldId xmlns:r="http://schemas.openxmlformats.org/officeDocument/2006/relationships" id="316" r:id="R6ed0a0c7e24c46a2"/>
    <p:sldId xmlns:r="http://schemas.openxmlformats.org/officeDocument/2006/relationships" id="317" r:id="Radc81ba36c914a4e"/>
    <p:sldId xmlns:r="http://schemas.openxmlformats.org/officeDocument/2006/relationships" id="318" r:id="Re39f59e767274e30"/>
    <p:sldId xmlns:r="http://schemas.openxmlformats.org/officeDocument/2006/relationships" id="319" r:id="R660a80f76c7f4059"/>
    <p:sldId xmlns:r="http://schemas.openxmlformats.org/officeDocument/2006/relationships" id="320" r:id="R168b051578164baa"/>
    <p:sldId xmlns:r="http://schemas.openxmlformats.org/officeDocument/2006/relationships" id="321" r:id="R587358ca36834584"/>
    <p:sldId xmlns:r="http://schemas.openxmlformats.org/officeDocument/2006/relationships" id="322" r:id="R397c18af6b8346fa"/>
    <p:sldId xmlns:r="http://schemas.openxmlformats.org/officeDocument/2006/relationships" id="323" r:id="R1cf2399a960b4fe2"/>
    <p:sldId xmlns:r="http://schemas.openxmlformats.org/officeDocument/2006/relationships" id="324" r:id="R3dfcbf1d52de443f"/>
    <p:sldId xmlns:r="http://schemas.openxmlformats.org/officeDocument/2006/relationships" id="325" r:id="Rf8dca793aaf04f83"/>
    <p:sldId xmlns:r="http://schemas.openxmlformats.org/officeDocument/2006/relationships" id="326" r:id="R9213d26b435e457d"/>
    <p:sldId xmlns:r="http://schemas.openxmlformats.org/officeDocument/2006/relationships" id="327" r:id="Raee28a93cf24491d"/>
    <p:sldId xmlns:r="http://schemas.openxmlformats.org/officeDocument/2006/relationships" id="328" r:id="R1ec0433332ae468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3d41daeb1847e1" /><Relationship Type="http://schemas.openxmlformats.org/officeDocument/2006/relationships/slideMaster" Target="/ppt/slideMasters/slideMaster1.xml" Id="R05693da537bd463e" /><Relationship Type="http://schemas.openxmlformats.org/officeDocument/2006/relationships/notesMaster" Target="/ppt/notesMasters/notesMaster1.xml" Id="R2cc480bea7074744" /><Relationship Type="http://schemas.openxmlformats.org/officeDocument/2006/relationships/presProps" Target="/ppt/presProps.xml" Id="R425a2b44b9044a19" /><Relationship Type="http://schemas.openxmlformats.org/officeDocument/2006/relationships/tableStyles" Target="/ppt/tableStyles.xml" Id="Re71c7d969b864753" /><Relationship Type="http://schemas.openxmlformats.org/officeDocument/2006/relationships/slide" Target="/ppt/slides/slide1.xml" Id="R4f23c7117ece4419" /><Relationship Type="http://schemas.openxmlformats.org/officeDocument/2006/relationships/slide" Target="/ppt/slides/slide2.xml" Id="R9f43b33af8c942c2" /><Relationship Type="http://schemas.openxmlformats.org/officeDocument/2006/relationships/slide" Target="/ppt/slides/slide3.xml" Id="R205027c545a34a4e" /><Relationship Type="http://schemas.openxmlformats.org/officeDocument/2006/relationships/slide" Target="/ppt/slides/slide4.xml" Id="R1d44a30628044c8f" /><Relationship Type="http://schemas.openxmlformats.org/officeDocument/2006/relationships/slide" Target="/ppt/slides/slide5.xml" Id="Re5478eb095fc41bd" /><Relationship Type="http://schemas.openxmlformats.org/officeDocument/2006/relationships/slide" Target="/ppt/slides/slide6.xml" Id="Rc6bc61d0687b43f5" /><Relationship Type="http://schemas.openxmlformats.org/officeDocument/2006/relationships/slide" Target="/ppt/slides/slide7.xml" Id="Ra90ce022729245a3" /><Relationship Type="http://schemas.openxmlformats.org/officeDocument/2006/relationships/slide" Target="/ppt/slides/slide8.xml" Id="R51d67417128d4c9c" /><Relationship Type="http://schemas.openxmlformats.org/officeDocument/2006/relationships/slide" Target="/ppt/slides/slide9.xml" Id="R130cbc7ab1a54521" /><Relationship Type="http://schemas.openxmlformats.org/officeDocument/2006/relationships/slide" Target="/ppt/slides/slide10.xml" Id="R5ef68df17c774a57" /><Relationship Type="http://schemas.openxmlformats.org/officeDocument/2006/relationships/slide" Target="/ppt/slides/slide11.xml" Id="Rd3bcb09ca4bf4ee8" /><Relationship Type="http://schemas.openxmlformats.org/officeDocument/2006/relationships/slide" Target="/ppt/slides/slide12.xml" Id="R0e044eec9bce4ffc" /><Relationship Type="http://schemas.openxmlformats.org/officeDocument/2006/relationships/slide" Target="/ppt/slides/slide13.xml" Id="R88b1d1c3714f481a" /><Relationship Type="http://schemas.openxmlformats.org/officeDocument/2006/relationships/slide" Target="/ppt/slides/slide14.xml" Id="R846c0d271535488f" /><Relationship Type="http://schemas.openxmlformats.org/officeDocument/2006/relationships/slide" Target="/ppt/slides/slide15.xml" Id="R32976d29397f4e15" /><Relationship Type="http://schemas.openxmlformats.org/officeDocument/2006/relationships/slide" Target="/ppt/slides/slide16.xml" Id="R87a1a5b262414364" /><Relationship Type="http://schemas.openxmlformats.org/officeDocument/2006/relationships/slide" Target="/ppt/slides/slide17.xml" Id="R31d2fcffe3994a2c" /><Relationship Type="http://schemas.openxmlformats.org/officeDocument/2006/relationships/slide" Target="/ppt/slides/slide18.xml" Id="R92a03a3745664d24" /><Relationship Type="http://schemas.openxmlformats.org/officeDocument/2006/relationships/slide" Target="/ppt/slides/slide19.xml" Id="R60e3f3ac026443fe" /><Relationship Type="http://schemas.openxmlformats.org/officeDocument/2006/relationships/slide" Target="/ppt/slides/slide20.xml" Id="Rd011b69ca7a24691" /><Relationship Type="http://schemas.openxmlformats.org/officeDocument/2006/relationships/slide" Target="/ppt/slides/slide21.xml" Id="R0befedcca1564220" /><Relationship Type="http://schemas.openxmlformats.org/officeDocument/2006/relationships/slide" Target="/ppt/slides/slide22.xml" Id="R4f92d8d5207f4011" /><Relationship Type="http://schemas.openxmlformats.org/officeDocument/2006/relationships/slide" Target="/ppt/slides/slide23.xml" Id="R4acab7770cd54c02" /><Relationship Type="http://schemas.openxmlformats.org/officeDocument/2006/relationships/slide" Target="/ppt/slides/slide24.xml" Id="Rfd31bf0d427841dc" /><Relationship Type="http://schemas.openxmlformats.org/officeDocument/2006/relationships/slide" Target="/ppt/slides/slide25.xml" Id="R654914e95b67497d" /><Relationship Type="http://schemas.openxmlformats.org/officeDocument/2006/relationships/slide" Target="/ppt/slides/slide26.xml" Id="Re4bd900ee46749a3" /><Relationship Type="http://schemas.openxmlformats.org/officeDocument/2006/relationships/slide" Target="/ppt/slides/slide27.xml" Id="R63e937b94010481e" /><Relationship Type="http://schemas.openxmlformats.org/officeDocument/2006/relationships/slide" Target="/ppt/slides/slide28.xml" Id="Rc7523c6df2384925" /><Relationship Type="http://schemas.openxmlformats.org/officeDocument/2006/relationships/slide" Target="/ppt/slides/slide29.xml" Id="R6e2a96e9eaa14287" /><Relationship Type="http://schemas.openxmlformats.org/officeDocument/2006/relationships/slide" Target="/ppt/slides/slide30.xml" Id="Rca66326df5714520" /><Relationship Type="http://schemas.openxmlformats.org/officeDocument/2006/relationships/slide" Target="/ppt/slides/slide31.xml" Id="R706ebde813044b67" /><Relationship Type="http://schemas.openxmlformats.org/officeDocument/2006/relationships/slide" Target="/ppt/slides/slide32.xml" Id="R87605039c89b45ae" /><Relationship Type="http://schemas.openxmlformats.org/officeDocument/2006/relationships/slide" Target="/ppt/slides/slide33.xml" Id="Ra5a851ab923444ff" /><Relationship Type="http://schemas.openxmlformats.org/officeDocument/2006/relationships/slide" Target="/ppt/slides/slide34.xml" Id="Re36cf4bd4db545e9" /><Relationship Type="http://schemas.openxmlformats.org/officeDocument/2006/relationships/slide" Target="/ppt/slides/slide35.xml" Id="R77d40b36f1b4401a" /><Relationship Type="http://schemas.openxmlformats.org/officeDocument/2006/relationships/slide" Target="/ppt/slides/slide36.xml" Id="R5e1f6e1a2b474930" /><Relationship Type="http://schemas.openxmlformats.org/officeDocument/2006/relationships/slide" Target="/ppt/slides/slide37.xml" Id="R871618476ab44c82" /><Relationship Type="http://schemas.openxmlformats.org/officeDocument/2006/relationships/slide" Target="/ppt/slides/slide38.xml" Id="Rd3a87c9157be4bda" /><Relationship Type="http://schemas.openxmlformats.org/officeDocument/2006/relationships/slide" Target="/ppt/slides/slide39.xml" Id="R3c84e25970c34fc1" /><Relationship Type="http://schemas.openxmlformats.org/officeDocument/2006/relationships/slide" Target="/ppt/slides/slide40.xml" Id="Rb7844774b7ae4a2b" /><Relationship Type="http://schemas.openxmlformats.org/officeDocument/2006/relationships/slide" Target="/ppt/slides/slide41.xml" Id="R871883174d4b4473" /><Relationship Type="http://schemas.openxmlformats.org/officeDocument/2006/relationships/slide" Target="/ppt/slides/slide42.xml" Id="R2899e84c02584194" /><Relationship Type="http://schemas.openxmlformats.org/officeDocument/2006/relationships/slide" Target="/ppt/slides/slide43.xml" Id="Rf465ff80ada84898" /><Relationship Type="http://schemas.openxmlformats.org/officeDocument/2006/relationships/slide" Target="/ppt/slides/slide44.xml" Id="Re18cb412e15947ee" /><Relationship Type="http://schemas.openxmlformats.org/officeDocument/2006/relationships/slide" Target="/ppt/slides/slide45.xml" Id="Rc607eda79beb4455" /><Relationship Type="http://schemas.openxmlformats.org/officeDocument/2006/relationships/slide" Target="/ppt/slides/slide46.xml" Id="Re5c336ab9cc341be" /><Relationship Type="http://schemas.openxmlformats.org/officeDocument/2006/relationships/slide" Target="/ppt/slides/slide47.xml" Id="R66639339c1594c4b" /><Relationship Type="http://schemas.openxmlformats.org/officeDocument/2006/relationships/slide" Target="/ppt/slides/slide48.xml" Id="R276f67c17efe4cd8" /><Relationship Type="http://schemas.openxmlformats.org/officeDocument/2006/relationships/slide" Target="/ppt/slides/slide49.xml" Id="Rcffc676f9b5a48c2" /><Relationship Type="http://schemas.openxmlformats.org/officeDocument/2006/relationships/slide" Target="/ppt/slides/slide50.xml" Id="R9082658dd1e441d4" /><Relationship Type="http://schemas.openxmlformats.org/officeDocument/2006/relationships/slide" Target="/ppt/slides/slide51.xml" Id="Rb59b45662c2c40ca" /><Relationship Type="http://schemas.openxmlformats.org/officeDocument/2006/relationships/slide" Target="/ppt/slides/slide52.xml" Id="Rfbc7b1c94c8c46fe" /><Relationship Type="http://schemas.openxmlformats.org/officeDocument/2006/relationships/slide" Target="/ppt/slides/slide53.xml" Id="R08b637db588b41e3" /><Relationship Type="http://schemas.openxmlformats.org/officeDocument/2006/relationships/slide" Target="/ppt/slides/slide54.xml" Id="Ra8a6ef0a865b477b" /><Relationship Type="http://schemas.openxmlformats.org/officeDocument/2006/relationships/slide" Target="/ppt/slides/slide55.xml" Id="Ra2491a8230c1473d" /><Relationship Type="http://schemas.openxmlformats.org/officeDocument/2006/relationships/slide" Target="/ppt/slides/slide56.xml" Id="R3f02c8afce444a06" /><Relationship Type="http://schemas.openxmlformats.org/officeDocument/2006/relationships/slide" Target="/ppt/slides/slide57.xml" Id="R8d8d65ea09124ce9" /><Relationship Type="http://schemas.openxmlformats.org/officeDocument/2006/relationships/slide" Target="/ppt/slides/slide58.xml" Id="Rce4f00c7710b496f" /><Relationship Type="http://schemas.openxmlformats.org/officeDocument/2006/relationships/slide" Target="/ppt/slides/slide59.xml" Id="Rd70a72e3aabb40dd" /><Relationship Type="http://schemas.openxmlformats.org/officeDocument/2006/relationships/slide" Target="/ppt/slides/slide60.xml" Id="R772279b4034f42b0" /><Relationship Type="http://schemas.openxmlformats.org/officeDocument/2006/relationships/slide" Target="/ppt/slides/slide61.xml" Id="R6ed0a0c7e24c46a2" /><Relationship Type="http://schemas.openxmlformats.org/officeDocument/2006/relationships/slide" Target="/ppt/slides/slide62.xml" Id="Radc81ba36c914a4e" /><Relationship Type="http://schemas.openxmlformats.org/officeDocument/2006/relationships/slide" Target="/ppt/slides/slide63.xml" Id="Re39f59e767274e30" /><Relationship Type="http://schemas.openxmlformats.org/officeDocument/2006/relationships/slide" Target="/ppt/slides/slide64.xml" Id="R660a80f76c7f4059" /><Relationship Type="http://schemas.openxmlformats.org/officeDocument/2006/relationships/slide" Target="/ppt/slides/slide65.xml" Id="R168b051578164baa" /><Relationship Type="http://schemas.openxmlformats.org/officeDocument/2006/relationships/slide" Target="/ppt/slides/slide66.xml" Id="R587358ca36834584" /><Relationship Type="http://schemas.openxmlformats.org/officeDocument/2006/relationships/slide" Target="/ppt/slides/slide67.xml" Id="R397c18af6b8346fa" /><Relationship Type="http://schemas.openxmlformats.org/officeDocument/2006/relationships/slide" Target="/ppt/slides/slide68.xml" Id="R1cf2399a960b4fe2" /><Relationship Type="http://schemas.openxmlformats.org/officeDocument/2006/relationships/slide" Target="/ppt/slides/slide69.xml" Id="R3dfcbf1d52de443f" /><Relationship Type="http://schemas.openxmlformats.org/officeDocument/2006/relationships/slide" Target="/ppt/slides/slide70.xml" Id="Rf8dca793aaf04f83" /><Relationship Type="http://schemas.openxmlformats.org/officeDocument/2006/relationships/slide" Target="/ppt/slides/slide71.xml" Id="R9213d26b435e457d" /><Relationship Type="http://schemas.openxmlformats.org/officeDocument/2006/relationships/slide" Target="/ppt/slides/slide72.xml" Id="Raee28a93cf24491d" /><Relationship Type="http://schemas.openxmlformats.org/officeDocument/2006/relationships/slide" Target="/ppt/slides/slide73.xml" Id="R1ec0433332ae468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51324f3d3d4b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3ee979f4814c4a" /><Relationship Type="http://schemas.openxmlformats.org/officeDocument/2006/relationships/notesMaster" Target="/ppt/notesMasters/notesMaster1.xml" Id="R8ebe6a19eb0f4d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a087d149684c91" /><Relationship Type="http://schemas.openxmlformats.org/officeDocument/2006/relationships/notesMaster" Target="/ppt/notesMasters/notesMaster1.xml" Id="Rbefb82ac9e2d47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56d0e609f44310" /><Relationship Type="http://schemas.openxmlformats.org/officeDocument/2006/relationships/notesMaster" Target="/ppt/notesMasters/notesMaster1.xml" Id="R4826cc390b904f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65ec4c20dc40bd" /><Relationship Type="http://schemas.openxmlformats.org/officeDocument/2006/relationships/notesMaster" Target="/ppt/notesMasters/notesMaster1.xml" Id="Re5b95ee4c9db4b7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497e2c593f487a" /><Relationship Type="http://schemas.openxmlformats.org/officeDocument/2006/relationships/notesMaster" Target="/ppt/notesMasters/notesMaster1.xml" Id="R3c19351131174ac4"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34dd549ec644e1" /><Relationship Type="http://schemas.openxmlformats.org/officeDocument/2006/relationships/notesMaster" Target="/ppt/notesMasters/notesMaster1.xml" Id="R771df9934ea743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9e7bb89f8c4ceb" /><Relationship Type="http://schemas.openxmlformats.org/officeDocument/2006/relationships/notesMaster" Target="/ppt/notesMasters/notesMaster1.xml" Id="R97146e2fa4704b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cf91714606465d" /><Relationship Type="http://schemas.openxmlformats.org/officeDocument/2006/relationships/notesMaster" Target="/ppt/notesMasters/notesMaster1.xml" Id="R406d0678854d42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d1818b8ba64a75" /><Relationship Type="http://schemas.openxmlformats.org/officeDocument/2006/relationships/notesMaster" Target="/ppt/notesMasters/notesMaster1.xml" Id="Rf4ad53cfcef943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a771b992474e51" /><Relationship Type="http://schemas.openxmlformats.org/officeDocument/2006/relationships/notesMaster" Target="/ppt/notesMasters/notesMaster1.xml" Id="Rf57558a37066427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5479d5f6e44d26" /><Relationship Type="http://schemas.openxmlformats.org/officeDocument/2006/relationships/notesMaster" Target="/ppt/notesMasters/notesMaster1.xml" Id="Rcb1f61eef3ef4a4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1e8256308434f2c" /><Relationship Type="http://schemas.openxmlformats.org/officeDocument/2006/relationships/notesMaster" Target="/ppt/notesMasters/notesMaster1.xml" Id="R2b0c60c9a8a64c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5c0906fa004ccf" /><Relationship Type="http://schemas.openxmlformats.org/officeDocument/2006/relationships/notesMaster" Target="/ppt/notesMasters/notesMaster1.xml" Id="Rc0091198a3f8464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2717b4d3404fc7" /><Relationship Type="http://schemas.openxmlformats.org/officeDocument/2006/relationships/notesMaster" Target="/ppt/notesMasters/notesMaster1.xml" Id="R920d7b3af26940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857260faee246c6" /><Relationship Type="http://schemas.openxmlformats.org/officeDocument/2006/relationships/notesMaster" Target="/ppt/notesMasters/notesMaster1.xml" Id="R36445980aa724a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bb92bb747b642a9" /><Relationship Type="http://schemas.openxmlformats.org/officeDocument/2006/relationships/notesMaster" Target="/ppt/notesMasters/notesMaster1.xml" Id="Rb0ee35bbb0bd4ba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d7c11d0ff4428e" /><Relationship Type="http://schemas.openxmlformats.org/officeDocument/2006/relationships/notesMaster" Target="/ppt/notesMasters/notesMaster1.xml" Id="Rb05a787d493541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ca2b848e0c4b14" /><Relationship Type="http://schemas.openxmlformats.org/officeDocument/2006/relationships/notesMaster" Target="/ppt/notesMasters/notesMaster1.xml" Id="R31c572060db9400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1ba217adbd14c64" /><Relationship Type="http://schemas.openxmlformats.org/officeDocument/2006/relationships/notesMaster" Target="/ppt/notesMasters/notesMaster1.xml" Id="Rfbdeeef4a5a043f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7cedc9396194e97" /><Relationship Type="http://schemas.openxmlformats.org/officeDocument/2006/relationships/notesMaster" Target="/ppt/notesMasters/notesMaster1.xml" Id="R9708b55f96274ef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91a44e109604766" /><Relationship Type="http://schemas.openxmlformats.org/officeDocument/2006/relationships/notesMaster" Target="/ppt/notesMasters/notesMaster1.xml" Id="R5690d3bcd9e2436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8d027e3d3634fb1" /><Relationship Type="http://schemas.openxmlformats.org/officeDocument/2006/relationships/notesMaster" Target="/ppt/notesMasters/notesMaster1.xml" Id="R261098c2c0b046b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b264f0414494d2b" /><Relationship Type="http://schemas.openxmlformats.org/officeDocument/2006/relationships/notesMaster" Target="/ppt/notesMasters/notesMaster1.xml" Id="R31e19091e44249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33cc056afdc4201" /><Relationship Type="http://schemas.openxmlformats.org/officeDocument/2006/relationships/notesMaster" Target="/ppt/notesMasters/notesMaster1.xml" Id="Rc671e85c02824ef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a35240aba6c40db" /><Relationship Type="http://schemas.openxmlformats.org/officeDocument/2006/relationships/notesMaster" Target="/ppt/notesMasters/notesMaster1.xml" Id="R147de98cb4ae48b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71911522ca4441" /><Relationship Type="http://schemas.openxmlformats.org/officeDocument/2006/relationships/notesMaster" Target="/ppt/notesMasters/notesMaster1.xml" Id="Rf27feec40a0e483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7cd1df761b249c8" /><Relationship Type="http://schemas.openxmlformats.org/officeDocument/2006/relationships/notesMaster" Target="/ppt/notesMasters/notesMaster1.xml" Id="R7dbad1e77ea541f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2e2c98648b24abd" /><Relationship Type="http://schemas.openxmlformats.org/officeDocument/2006/relationships/notesMaster" Target="/ppt/notesMasters/notesMaster1.xml" Id="Rd3fb738a7044475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e7561ce40eb4d73" /><Relationship Type="http://schemas.openxmlformats.org/officeDocument/2006/relationships/notesMaster" Target="/ppt/notesMasters/notesMaster1.xml" Id="Ra53e9348fd85438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dbe02eb7a4e4587" /><Relationship Type="http://schemas.openxmlformats.org/officeDocument/2006/relationships/notesMaster" Target="/ppt/notesMasters/notesMaster1.xml" Id="R3295ceec275c4ce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57ac48d327244b8" /><Relationship Type="http://schemas.openxmlformats.org/officeDocument/2006/relationships/notesMaster" Target="/ppt/notesMasters/notesMaster1.xml" Id="R8ae43ff66c7f453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a30462b78564b17" /><Relationship Type="http://schemas.openxmlformats.org/officeDocument/2006/relationships/notesMaster" Target="/ppt/notesMasters/notesMaster1.xml" Id="Re950969901d34b9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6e6295d980a4d8d" /><Relationship Type="http://schemas.openxmlformats.org/officeDocument/2006/relationships/notesMaster" Target="/ppt/notesMasters/notesMaster1.xml" Id="Rc3a6c18338a4461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9935ed79eb548e6" /><Relationship Type="http://schemas.openxmlformats.org/officeDocument/2006/relationships/notesMaster" Target="/ppt/notesMasters/notesMaster1.xml" Id="R1a5a6f494ad04f7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ff440202d9549fb" /><Relationship Type="http://schemas.openxmlformats.org/officeDocument/2006/relationships/notesMaster" Target="/ppt/notesMasters/notesMaster1.xml" Id="R1a4829af2897468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7f57d38384e469d" /><Relationship Type="http://schemas.openxmlformats.org/officeDocument/2006/relationships/notesMaster" Target="/ppt/notesMasters/notesMaster1.xml" Id="R7790128f809e4ec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6108503f9dd4bbe" /><Relationship Type="http://schemas.openxmlformats.org/officeDocument/2006/relationships/notesMaster" Target="/ppt/notesMasters/notesMaster1.xml" Id="Rbbfd74b6298542a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38c480d457943ac" /><Relationship Type="http://schemas.openxmlformats.org/officeDocument/2006/relationships/notesMaster" Target="/ppt/notesMasters/notesMaster1.xml" Id="R1d5545a3402b4af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4bc321c5cc849be" /><Relationship Type="http://schemas.openxmlformats.org/officeDocument/2006/relationships/notesMaster" Target="/ppt/notesMasters/notesMaster1.xml" Id="R3d5823ff9fda40d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77ec83f3e2d4b5a" /><Relationship Type="http://schemas.openxmlformats.org/officeDocument/2006/relationships/notesMaster" Target="/ppt/notesMasters/notesMaster1.xml" Id="Rb609f7d089a54aa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c0544c2abbb4468" /><Relationship Type="http://schemas.openxmlformats.org/officeDocument/2006/relationships/notesMaster" Target="/ppt/notesMasters/notesMaster1.xml" Id="R0a4d265cf74a428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ac10fd4b9f64035" /><Relationship Type="http://schemas.openxmlformats.org/officeDocument/2006/relationships/notesMaster" Target="/ppt/notesMasters/notesMaster1.xml" Id="R79eda86f2a044f0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5196b71eaf848c9" /><Relationship Type="http://schemas.openxmlformats.org/officeDocument/2006/relationships/notesMaster" Target="/ppt/notesMasters/notesMaster1.xml" Id="Rbb4e6ff1bc904a0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4680e7ccaef40e9" /><Relationship Type="http://schemas.openxmlformats.org/officeDocument/2006/relationships/notesMaster" Target="/ppt/notesMasters/notesMaster1.xml" Id="R65a811e88add42f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601e2f850884356" /><Relationship Type="http://schemas.openxmlformats.org/officeDocument/2006/relationships/notesMaster" Target="/ppt/notesMasters/notesMaster1.xml" Id="R8d32e06489924ac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eb3bd726d9744eb" /><Relationship Type="http://schemas.openxmlformats.org/officeDocument/2006/relationships/notesMaster" Target="/ppt/notesMasters/notesMaster1.xml" Id="R39bc7eae43b1470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2cbdcfbf4ad48f9" /><Relationship Type="http://schemas.openxmlformats.org/officeDocument/2006/relationships/notesMaster" Target="/ppt/notesMasters/notesMaster1.xml" Id="Rc38e81a2df604c5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c1a7c6d5a7f40f6" /><Relationship Type="http://schemas.openxmlformats.org/officeDocument/2006/relationships/notesMaster" Target="/ppt/notesMasters/notesMaster1.xml" Id="R5b6e0da422b2440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db7eb6564ee45fd" /><Relationship Type="http://schemas.openxmlformats.org/officeDocument/2006/relationships/notesMaster" Target="/ppt/notesMasters/notesMaster1.xml" Id="Rf88177467d0c4f8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7853fefc4c84fdb" /><Relationship Type="http://schemas.openxmlformats.org/officeDocument/2006/relationships/notesMaster" Target="/ppt/notesMasters/notesMaster1.xml" Id="Re1d6c9aa4f4e48b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7c80c8386c647f0" /><Relationship Type="http://schemas.openxmlformats.org/officeDocument/2006/relationships/notesMaster" Target="/ppt/notesMasters/notesMaster1.xml" Id="R77bbe9e823bd4f7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6003050e3914ba8" /><Relationship Type="http://schemas.openxmlformats.org/officeDocument/2006/relationships/notesMaster" Target="/ppt/notesMasters/notesMaster1.xml" Id="R79542d29f45f476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ea6d176828f4c52" /><Relationship Type="http://schemas.openxmlformats.org/officeDocument/2006/relationships/notesMaster" Target="/ppt/notesMasters/notesMaster1.xml" Id="R3cb5f46b473f476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f68667332d84f32" /><Relationship Type="http://schemas.openxmlformats.org/officeDocument/2006/relationships/notesMaster" Target="/ppt/notesMasters/notesMaster1.xml" Id="Refaa668bc0ce466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5b6cec15085426f" /><Relationship Type="http://schemas.openxmlformats.org/officeDocument/2006/relationships/notesMaster" Target="/ppt/notesMasters/notesMaster1.xml" Id="Rd2c9459957f3446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85094454b0040b6" /><Relationship Type="http://schemas.openxmlformats.org/officeDocument/2006/relationships/notesMaster" Target="/ppt/notesMasters/notesMaster1.xml" Id="Rf7a9bfc573dd441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89b457155284e49" /><Relationship Type="http://schemas.openxmlformats.org/officeDocument/2006/relationships/notesMaster" Target="/ppt/notesMasters/notesMaster1.xml" Id="R48783f1c7a63438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1ad84f8d4e34a35" /><Relationship Type="http://schemas.openxmlformats.org/officeDocument/2006/relationships/notesMaster" Target="/ppt/notesMasters/notesMaster1.xml" Id="R47701f976102481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94ae7ed5c69446b" /><Relationship Type="http://schemas.openxmlformats.org/officeDocument/2006/relationships/notesMaster" Target="/ppt/notesMasters/notesMaster1.xml" Id="Rc98e67bf98c84bd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88535dcc9e24b07" /><Relationship Type="http://schemas.openxmlformats.org/officeDocument/2006/relationships/notesMaster" Target="/ppt/notesMasters/notesMaster1.xml" Id="Re6357a4f17b643f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7f1283d96dd463a" /><Relationship Type="http://schemas.openxmlformats.org/officeDocument/2006/relationships/notesMaster" Target="/ppt/notesMasters/notesMaster1.xml" Id="R8b84f2711a3c424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4acb5ce61f54c17" /><Relationship Type="http://schemas.openxmlformats.org/officeDocument/2006/relationships/notesMaster" Target="/ppt/notesMasters/notesMaster1.xml" Id="R7422b6f77eec412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92ee70ee3d4492e" /><Relationship Type="http://schemas.openxmlformats.org/officeDocument/2006/relationships/notesMaster" Target="/ppt/notesMasters/notesMaster1.xml" Id="R767cf349517d428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d8f5eaf472d46e0" /><Relationship Type="http://schemas.openxmlformats.org/officeDocument/2006/relationships/notesMaster" Target="/ppt/notesMasters/notesMaster1.xml" Id="R6b72fb839efb468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90b240d9f8546b4" /><Relationship Type="http://schemas.openxmlformats.org/officeDocument/2006/relationships/notesMaster" Target="/ppt/notesMasters/notesMaster1.xml" Id="R039b1776a082422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efc60f4d5c0456f" /><Relationship Type="http://schemas.openxmlformats.org/officeDocument/2006/relationships/notesMaster" Target="/ppt/notesMasters/notesMaster1.xml" Id="R0daea08c96cc415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2f11b2b3cd441b6" /><Relationship Type="http://schemas.openxmlformats.org/officeDocument/2006/relationships/notesMaster" Target="/ppt/notesMasters/notesMaster1.xml" Id="R2655d147bc394450"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8473ca3ec9a40d6" /><Relationship Type="http://schemas.openxmlformats.org/officeDocument/2006/relationships/notesMaster" Target="/ppt/notesMasters/notesMaster1.xml" Id="R828e0f2d961a476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3c703c46a054179" /><Relationship Type="http://schemas.openxmlformats.org/officeDocument/2006/relationships/notesMaster" Target="/ppt/notesMasters/notesMaster1.xml" Id="Rb7376d359b3f42f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91a2dd4c2834dbb" /><Relationship Type="http://schemas.openxmlformats.org/officeDocument/2006/relationships/notesMaster" Target="/ppt/notesMasters/notesMaster1.xml" Id="R0bec8f3edeb7492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dbfe8eb64814d0f" /><Relationship Type="http://schemas.openxmlformats.org/officeDocument/2006/relationships/notesMaster" Target="/ppt/notesMasters/notesMaster1.xml" Id="R26f0585184a5421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a1297ef8e5b4ad8" /><Relationship Type="http://schemas.openxmlformats.org/officeDocument/2006/relationships/notesMaster" Target="/ppt/notesMasters/notesMaster1.xml" Id="R75f00120b7074ed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7e062177c8347d9" /><Relationship Type="http://schemas.openxmlformats.org/officeDocument/2006/relationships/notesMaster" Target="/ppt/notesMasters/notesMaster1.xml" Id="R633e191973434f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19b426136549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5910ed48c44480" /><Relationship Type="http://schemas.openxmlformats.org/officeDocument/2006/relationships/slideLayout" Target="/ppt/slideLayouts/slideLayout1.xml" Id="R141b251bcfb84f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1b251bcfb84f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5f177c3c44f4bc6" /><Relationship Type="http://schemas.openxmlformats.org/officeDocument/2006/relationships/notesSlide" Target="/ppt/notesSlides/notesSlide1.xml" Id="R4b871348698445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fc3116fbf9b4de6" /><Relationship Type="http://schemas.openxmlformats.org/officeDocument/2006/relationships/notesSlide" Target="/ppt/notesSlides/notesSlide2.xml" Id="R08e4773e53424e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f0540016ddc4d21" /><Relationship Type="http://schemas.openxmlformats.org/officeDocument/2006/relationships/notesSlide" Target="/ppt/notesSlides/notesSlide3.xml" Id="Re3a4f3339bef4b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1a4a7edb0aa4241" /><Relationship Type="http://schemas.openxmlformats.org/officeDocument/2006/relationships/image" Target="/ppt/media/image.png" Id="R3cb28632e3ef4fce" /><Relationship Type="http://schemas.openxmlformats.org/officeDocument/2006/relationships/notesSlide" Target="/ppt/notesSlides/notesSlide4.xml" Id="R9adde952e61342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91c4db5dba4d6c" /><Relationship Type="http://schemas.openxmlformats.org/officeDocument/2006/relationships/image" Target="/ppt/media/image2.png" Id="R22d9769024a5444b" /><Relationship Type="http://schemas.openxmlformats.org/officeDocument/2006/relationships/notesSlide" Target="/ppt/notesSlides/notesSlide5.xml" Id="R98a2d05d6211400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0c0b7cd4304f53" /><Relationship Type="http://schemas.openxmlformats.org/officeDocument/2006/relationships/notesSlide" Target="/ppt/notesSlides/notesSlide6.xml" Id="R8c02d2c8ab7d4e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02571677aa84b0c" /><Relationship Type="http://schemas.openxmlformats.org/officeDocument/2006/relationships/image" Target="/ppt/media/image3.png" Id="Rec232fbc897d4937" /><Relationship Type="http://schemas.openxmlformats.org/officeDocument/2006/relationships/notesSlide" Target="/ppt/notesSlides/notesSlide7.xml" Id="R38f191e6429c49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717779b8f16497f" /><Relationship Type="http://schemas.openxmlformats.org/officeDocument/2006/relationships/image" Target="/ppt/media/image4.png" Id="Reedc286ae5e14f68" /><Relationship Type="http://schemas.openxmlformats.org/officeDocument/2006/relationships/notesSlide" Target="/ppt/notesSlides/notesSlide8.xml" Id="R160d05f106104b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f79e30b7c434ad7" /><Relationship Type="http://schemas.openxmlformats.org/officeDocument/2006/relationships/image" Target="/ppt/media/image5.png" Id="R1900b9d68b8c48e7" /><Relationship Type="http://schemas.openxmlformats.org/officeDocument/2006/relationships/notesSlide" Target="/ppt/notesSlides/notesSlide9.xml" Id="Rea6fea609a6342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3ec4752c694e0b" /><Relationship Type="http://schemas.openxmlformats.org/officeDocument/2006/relationships/image" Target="/ppt/media/image6.png" Id="Rc34b9ad9b2884f98" /><Relationship Type="http://schemas.openxmlformats.org/officeDocument/2006/relationships/notesSlide" Target="/ppt/notesSlides/notesSlide10.xml" Id="R3aed99e64bcc4dc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ec7705aa4af45be" /><Relationship Type="http://schemas.openxmlformats.org/officeDocument/2006/relationships/notesSlide" Target="/ppt/notesSlides/notesSlide11.xml" Id="R7cf7687f0cc944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704a6b8f50043a4" /><Relationship Type="http://schemas.openxmlformats.org/officeDocument/2006/relationships/notesSlide" Target="/ppt/notesSlides/notesSlide12.xml" Id="R5606864f01dc45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6c67c7500754b66" /><Relationship Type="http://schemas.openxmlformats.org/officeDocument/2006/relationships/notesSlide" Target="/ppt/notesSlides/notesSlide13.xml" Id="R07de19ac7cc74c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6585924fb714dd1" /><Relationship Type="http://schemas.openxmlformats.org/officeDocument/2006/relationships/image" Target="/ppt/media/image7.png" Id="Rc0a60c36e0d5497b" /><Relationship Type="http://schemas.openxmlformats.org/officeDocument/2006/relationships/notesSlide" Target="/ppt/notesSlides/notesSlide14.xml" Id="Rba34b6702c1041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38002715e7a4f53" /><Relationship Type="http://schemas.openxmlformats.org/officeDocument/2006/relationships/image" Target="/ppt/media/image8.png" Id="Rff7f91ccd6b446ec" /><Relationship Type="http://schemas.openxmlformats.org/officeDocument/2006/relationships/notesSlide" Target="/ppt/notesSlides/notesSlide15.xml" Id="R99bcf27e151a47e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2c27675ed3c4646" /><Relationship Type="http://schemas.openxmlformats.org/officeDocument/2006/relationships/image" Target="/ppt/media/image9.png" Id="R57de4f6a134b4edf" /><Relationship Type="http://schemas.openxmlformats.org/officeDocument/2006/relationships/notesSlide" Target="/ppt/notesSlides/notesSlide16.xml" Id="R3e9a84d8291c42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15ef62acc56496f" /><Relationship Type="http://schemas.openxmlformats.org/officeDocument/2006/relationships/notesSlide" Target="/ppt/notesSlides/notesSlide17.xml" Id="Rb5bd04c3594543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a69ded4791a4510" /><Relationship Type="http://schemas.openxmlformats.org/officeDocument/2006/relationships/notesSlide" Target="/ppt/notesSlides/notesSlide18.xml" Id="R058934e3d4fe49d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8010dba204f4028" /><Relationship Type="http://schemas.openxmlformats.org/officeDocument/2006/relationships/notesSlide" Target="/ppt/notesSlides/notesSlide19.xml" Id="R68a7bce083ba4f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5cabea044c741cf" /><Relationship Type="http://schemas.openxmlformats.org/officeDocument/2006/relationships/image" Target="/ppt/media/image10.png" Id="R8d099d6b7ec04546" /><Relationship Type="http://schemas.openxmlformats.org/officeDocument/2006/relationships/notesSlide" Target="/ppt/notesSlides/notesSlide20.xml" Id="Rbc0ff8a416514da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f096bcf2b544c86" /><Relationship Type="http://schemas.openxmlformats.org/officeDocument/2006/relationships/image" Target="/ppt/media/image11.png" Id="R023c08c5df29433e" /><Relationship Type="http://schemas.openxmlformats.org/officeDocument/2006/relationships/notesSlide" Target="/ppt/notesSlides/notesSlide21.xml" Id="Rece520fd701a4a8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0ca75f84eac4b4f" /><Relationship Type="http://schemas.openxmlformats.org/officeDocument/2006/relationships/image" Target="/ppt/media/image12.png" Id="R073e6ba8121e4561" /><Relationship Type="http://schemas.openxmlformats.org/officeDocument/2006/relationships/notesSlide" Target="/ppt/notesSlides/notesSlide22.xml" Id="R72d15efa6eb54c8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6ed57a2ccdf4699" /><Relationship Type="http://schemas.openxmlformats.org/officeDocument/2006/relationships/notesSlide" Target="/ppt/notesSlides/notesSlide23.xml" Id="R27877d97f61940f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fbeff534ea145d7" /><Relationship Type="http://schemas.openxmlformats.org/officeDocument/2006/relationships/notesSlide" Target="/ppt/notesSlides/notesSlide24.xml" Id="Redc08565dedf47f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1733bea05a4d14" /><Relationship Type="http://schemas.openxmlformats.org/officeDocument/2006/relationships/notesSlide" Target="/ppt/notesSlides/notesSlide25.xml" Id="R9cf96066366b4ef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817f1d533cd4377" /><Relationship Type="http://schemas.openxmlformats.org/officeDocument/2006/relationships/image" Target="/ppt/media/image13.png" Id="Rcf846f6683924e17" /><Relationship Type="http://schemas.openxmlformats.org/officeDocument/2006/relationships/notesSlide" Target="/ppt/notesSlides/notesSlide26.xml" Id="R759d919b427a456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2ab0836f6ee4030" /><Relationship Type="http://schemas.openxmlformats.org/officeDocument/2006/relationships/image" Target="/ppt/media/image14.png" Id="R997ac57a7f574efd" /><Relationship Type="http://schemas.openxmlformats.org/officeDocument/2006/relationships/notesSlide" Target="/ppt/notesSlides/notesSlide27.xml" Id="Ree9d375c383043a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d1fee738a1c48a1" /><Relationship Type="http://schemas.openxmlformats.org/officeDocument/2006/relationships/image" Target="/ppt/media/image15.png" Id="Raa11ea65a8a84954" /><Relationship Type="http://schemas.openxmlformats.org/officeDocument/2006/relationships/notesSlide" Target="/ppt/notesSlides/notesSlide28.xml" Id="Rd4a8f9a4317c478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0dc30fbc44d4b0c" /><Relationship Type="http://schemas.openxmlformats.org/officeDocument/2006/relationships/image" Target="/ppt/media/image16.png" Id="R253598f15ed54be8" /><Relationship Type="http://schemas.openxmlformats.org/officeDocument/2006/relationships/notesSlide" Target="/ppt/notesSlides/notesSlide29.xml" Id="R38c403c0dc1e408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1918d60933647d9" /><Relationship Type="http://schemas.openxmlformats.org/officeDocument/2006/relationships/image" Target="/ppt/media/image17.png" Id="R20409bb4d9a54142" /><Relationship Type="http://schemas.openxmlformats.org/officeDocument/2006/relationships/notesSlide" Target="/ppt/notesSlides/notesSlide30.xml" Id="R02595553bd91483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ede095066b7f44c1" /><Relationship Type="http://schemas.openxmlformats.org/officeDocument/2006/relationships/notesSlide" Target="/ppt/notesSlides/notesSlide31.xml" Id="Rcb723a593b5e40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92a96688ac645a8" /><Relationship Type="http://schemas.openxmlformats.org/officeDocument/2006/relationships/notesSlide" Target="/ppt/notesSlides/notesSlide32.xml" Id="R1c0e67b45581418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f068a651823493a" /><Relationship Type="http://schemas.openxmlformats.org/officeDocument/2006/relationships/notesSlide" Target="/ppt/notesSlides/notesSlide33.xml" Id="R757706de74444b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cbc2864b8c749c3" /><Relationship Type="http://schemas.openxmlformats.org/officeDocument/2006/relationships/image" Target="/ppt/media/image18.png" Id="R25ce850552d04589" /><Relationship Type="http://schemas.openxmlformats.org/officeDocument/2006/relationships/image" Target="/ppt/media/image19.png" Id="Rb2c582e15d9f4863" /><Relationship Type="http://schemas.openxmlformats.org/officeDocument/2006/relationships/notesSlide" Target="/ppt/notesSlides/notesSlide34.xml" Id="Rd3abeb94745d404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198000ad6184ba9" /><Relationship Type="http://schemas.openxmlformats.org/officeDocument/2006/relationships/image" Target="/ppt/media/image20.png" Id="R2caa7d2376784c2f" /><Relationship Type="http://schemas.openxmlformats.org/officeDocument/2006/relationships/image" Target="/ppt/media/image21.png" Id="Rfec365fc5a564fa7" /><Relationship Type="http://schemas.openxmlformats.org/officeDocument/2006/relationships/notesSlide" Target="/ppt/notesSlides/notesSlide35.xml" Id="R93d9dba512434c3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959017f93994049" /><Relationship Type="http://schemas.openxmlformats.org/officeDocument/2006/relationships/image" Target="/ppt/media/image22.png" Id="R2a4c3d0c2f934029" /><Relationship Type="http://schemas.openxmlformats.org/officeDocument/2006/relationships/image" Target="/ppt/media/image23.png" Id="R47cc24650c5541ab" /><Relationship Type="http://schemas.openxmlformats.org/officeDocument/2006/relationships/notesSlide" Target="/ppt/notesSlides/notesSlide36.xml" Id="R80bd45ba229648a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198e34ede11544b2" /><Relationship Type="http://schemas.openxmlformats.org/officeDocument/2006/relationships/image" Target="/ppt/media/image24.png" Id="R99196ae46fed4e1d" /><Relationship Type="http://schemas.openxmlformats.org/officeDocument/2006/relationships/image" Target="/ppt/media/image25.png" Id="Rbff58dbc707a40b7" /><Relationship Type="http://schemas.openxmlformats.org/officeDocument/2006/relationships/notesSlide" Target="/ppt/notesSlides/notesSlide37.xml" Id="R87c3bc6387a04b5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41a1e26e58f4e5c" /><Relationship Type="http://schemas.openxmlformats.org/officeDocument/2006/relationships/image" Target="/ppt/media/image26.png" Id="Read8c62a5b8443d8" /><Relationship Type="http://schemas.openxmlformats.org/officeDocument/2006/relationships/image" Target="/ppt/media/image27.png" Id="R29cd86c208ee4a34" /><Relationship Type="http://schemas.openxmlformats.org/officeDocument/2006/relationships/notesSlide" Target="/ppt/notesSlides/notesSlide38.xml" Id="R15deefd9567d4d6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a23e41d7a9848cc" /><Relationship Type="http://schemas.openxmlformats.org/officeDocument/2006/relationships/notesSlide" Target="/ppt/notesSlides/notesSlide39.xml" Id="Rca8bbc8c4089465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a8580efa53743f5" /><Relationship Type="http://schemas.openxmlformats.org/officeDocument/2006/relationships/notesSlide" Target="/ppt/notesSlides/notesSlide40.xml" Id="R2c2788fad7e0479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53c622b61aa4b9d" /><Relationship Type="http://schemas.openxmlformats.org/officeDocument/2006/relationships/notesSlide" Target="/ppt/notesSlides/notesSlide41.xml" Id="R34c98e47b2f94e3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353fe77403645e1" /><Relationship Type="http://schemas.openxmlformats.org/officeDocument/2006/relationships/image" Target="/ppt/media/image18.png" Id="R28740aa777af4ca7" /><Relationship Type="http://schemas.openxmlformats.org/officeDocument/2006/relationships/image" Target="/ppt/media/image28.png" Id="R9f004f8a3b824c07" /><Relationship Type="http://schemas.openxmlformats.org/officeDocument/2006/relationships/notesSlide" Target="/ppt/notesSlides/notesSlide42.xml" Id="Rd6df8957deee457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abeced38fed4d0f" /><Relationship Type="http://schemas.openxmlformats.org/officeDocument/2006/relationships/image" Target="/ppt/media/image20.png" Id="R8b9a98fc06eb4662" /><Relationship Type="http://schemas.openxmlformats.org/officeDocument/2006/relationships/image" Target="/ppt/media/image29.png" Id="Rbf33b8f504c64bf6" /><Relationship Type="http://schemas.openxmlformats.org/officeDocument/2006/relationships/notesSlide" Target="/ppt/notesSlides/notesSlide43.xml" Id="R750d19c83a9b48f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b9f67045e394a18" /><Relationship Type="http://schemas.openxmlformats.org/officeDocument/2006/relationships/image" Target="/ppt/media/image22.png" Id="Rc49752eadb274a19" /><Relationship Type="http://schemas.openxmlformats.org/officeDocument/2006/relationships/image" Target="/ppt/media/image30.png" Id="R910b9c23e6cd4cad" /><Relationship Type="http://schemas.openxmlformats.org/officeDocument/2006/relationships/notesSlide" Target="/ppt/notesSlides/notesSlide44.xml" Id="R5a4c269d9ed64c6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79a0a3a7a624c7a" /><Relationship Type="http://schemas.openxmlformats.org/officeDocument/2006/relationships/image" Target="/ppt/media/image24.png" Id="Re56488bfa43447bb" /><Relationship Type="http://schemas.openxmlformats.org/officeDocument/2006/relationships/image" Target="/ppt/media/image31.png" Id="R1da3598aee8a4776" /><Relationship Type="http://schemas.openxmlformats.org/officeDocument/2006/relationships/notesSlide" Target="/ppt/notesSlides/notesSlide45.xml" Id="R8c7b5e97942b45f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3e64649498f4248" /><Relationship Type="http://schemas.openxmlformats.org/officeDocument/2006/relationships/image" Target="/ppt/media/image26.png" Id="R070335d29092498a" /><Relationship Type="http://schemas.openxmlformats.org/officeDocument/2006/relationships/image" Target="/ppt/media/image32.png" Id="Re34f3825cec7488a" /><Relationship Type="http://schemas.openxmlformats.org/officeDocument/2006/relationships/notesSlide" Target="/ppt/notesSlides/notesSlide46.xml" Id="R830666ef861e49f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2c7773be0fa4c9a" /><Relationship Type="http://schemas.openxmlformats.org/officeDocument/2006/relationships/notesSlide" Target="/ppt/notesSlides/notesSlide47.xml" Id="R27bb45e84b92456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12a9419b994e4d57" /><Relationship Type="http://schemas.openxmlformats.org/officeDocument/2006/relationships/notesSlide" Target="/ppt/notesSlides/notesSlide48.xml" Id="Rc4881c851b6f43a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a0f7b4393e8479b" /><Relationship Type="http://schemas.openxmlformats.org/officeDocument/2006/relationships/notesSlide" Target="/ppt/notesSlides/notesSlide49.xml" Id="R2cfd1eb3bbd94b5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5404218bbd0473e" /><Relationship Type="http://schemas.openxmlformats.org/officeDocument/2006/relationships/image" Target="/ppt/media/image20.png" Id="Rd1986711d7b1498a" /><Relationship Type="http://schemas.openxmlformats.org/officeDocument/2006/relationships/image" Target="/ppt/media/image33.png" Id="R11a1f08a294843a9" /><Relationship Type="http://schemas.openxmlformats.org/officeDocument/2006/relationships/notesSlide" Target="/ppt/notesSlides/notesSlide50.xml" Id="Re0dfc97ce6ec424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d36cf664d6748f5" /><Relationship Type="http://schemas.openxmlformats.org/officeDocument/2006/relationships/image" Target="/ppt/media/image20.png" Id="Rb339194fb8a0406d" /><Relationship Type="http://schemas.openxmlformats.org/officeDocument/2006/relationships/image" Target="/ppt/media/image34.png" Id="Rc0b7143eaf414393" /><Relationship Type="http://schemas.openxmlformats.org/officeDocument/2006/relationships/notesSlide" Target="/ppt/notesSlides/notesSlide51.xml" Id="R8f45142b884741d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464f03a97324ad8" /><Relationship Type="http://schemas.openxmlformats.org/officeDocument/2006/relationships/image" Target="/ppt/media/image26.png" Id="R6067b365dcdf4fce" /><Relationship Type="http://schemas.openxmlformats.org/officeDocument/2006/relationships/image" Target="/ppt/media/image35.png" Id="R74fae7e168e64a8e" /><Relationship Type="http://schemas.openxmlformats.org/officeDocument/2006/relationships/notesSlide" Target="/ppt/notesSlides/notesSlide52.xml" Id="Rb0f42c037b884db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b162d3b196904c07" /><Relationship Type="http://schemas.openxmlformats.org/officeDocument/2006/relationships/image" Target="/ppt/media/image7.png" Id="Rd0d6e8af0bf4442e" /><Relationship Type="http://schemas.openxmlformats.org/officeDocument/2006/relationships/image" Target="/ppt/media/image36.png" Id="Rf74ebb90f6494e62" /><Relationship Type="http://schemas.openxmlformats.org/officeDocument/2006/relationships/notesSlide" Target="/ppt/notesSlides/notesSlide53.xml" Id="R744186be57b3460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25e3f689ed914f96" /><Relationship Type="http://schemas.openxmlformats.org/officeDocument/2006/relationships/notesSlide" Target="/ppt/notesSlides/notesSlide54.xml" Id="R566094c98bb14f9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82198a2fedc4104" /><Relationship Type="http://schemas.openxmlformats.org/officeDocument/2006/relationships/notesSlide" Target="/ppt/notesSlides/notesSlide55.xml" Id="Re2967b4f3b7e4ce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4bf523f798747ff" /><Relationship Type="http://schemas.openxmlformats.org/officeDocument/2006/relationships/notesSlide" Target="/ppt/notesSlides/notesSlide56.xml" Id="Rbd5dc183eba746c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b9f1258f722425d" /><Relationship Type="http://schemas.openxmlformats.org/officeDocument/2006/relationships/image" Target="/ppt/media/image37.png" Id="R15efe782b2b04bf2" /><Relationship Type="http://schemas.openxmlformats.org/officeDocument/2006/relationships/image" Target="/ppt/media/image38.png" Id="R5894a4c1e81841e1" /><Relationship Type="http://schemas.openxmlformats.org/officeDocument/2006/relationships/notesSlide" Target="/ppt/notesSlides/notesSlide57.xml" Id="Re4b68469c2f54f4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d76b187a5b54dd2" /><Relationship Type="http://schemas.openxmlformats.org/officeDocument/2006/relationships/image" Target="/ppt/media/image7.png" Id="R472c264d2d5b410b" /><Relationship Type="http://schemas.openxmlformats.org/officeDocument/2006/relationships/image" Target="/ppt/media/image39.png" Id="R61f6844bf3e5443e" /><Relationship Type="http://schemas.openxmlformats.org/officeDocument/2006/relationships/notesSlide" Target="/ppt/notesSlides/notesSlide58.xml" Id="Ra08fc6ba760e4d8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1cda39a97fd452e" /><Relationship Type="http://schemas.openxmlformats.org/officeDocument/2006/relationships/notesSlide" Target="/ppt/notesSlides/notesSlide59.xml" Id="Red56e26f76be4e1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63f410c79334edf" /><Relationship Type="http://schemas.openxmlformats.org/officeDocument/2006/relationships/image" Target="/ppt/media/image40.png" Id="R91e8292d9a8248ef" /><Relationship Type="http://schemas.openxmlformats.org/officeDocument/2006/relationships/image" Target="/ppt/media/image41.png" Id="R18be40d3e52d40b3" /><Relationship Type="http://schemas.openxmlformats.org/officeDocument/2006/relationships/notesSlide" Target="/ppt/notesSlides/notesSlide60.xml" Id="Ref238c8d7fa941a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1409bc8a1154516" /><Relationship Type="http://schemas.openxmlformats.org/officeDocument/2006/relationships/image" Target="/ppt/media/image42.png" Id="R0e065c371ab64885" /><Relationship Type="http://schemas.openxmlformats.org/officeDocument/2006/relationships/image" Target="/ppt/media/image43.png" Id="Rc0c1590c4f7c484a" /><Relationship Type="http://schemas.openxmlformats.org/officeDocument/2006/relationships/notesSlide" Target="/ppt/notesSlides/notesSlide61.xml" Id="R1c32a25feee2491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7d73fe386a44b2c" /><Relationship Type="http://schemas.openxmlformats.org/officeDocument/2006/relationships/notesSlide" Target="/ppt/notesSlides/notesSlide62.xml" Id="R3d1e365e2551465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bc679e09266468b" /><Relationship Type="http://schemas.openxmlformats.org/officeDocument/2006/relationships/notesSlide" Target="/ppt/notesSlides/notesSlide63.xml" Id="Recce1edb77c34a8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345108322e6b4665" /><Relationship Type="http://schemas.openxmlformats.org/officeDocument/2006/relationships/notesSlide" Target="/ppt/notesSlides/notesSlide64.xml" Id="Rb0621a7afc48485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8586438090e464e" /><Relationship Type="http://schemas.openxmlformats.org/officeDocument/2006/relationships/image" Target="/ppt/media/image44.png" Id="Ra81bc91e0c37472e" /><Relationship Type="http://schemas.openxmlformats.org/officeDocument/2006/relationships/notesSlide" Target="/ppt/notesSlides/notesSlide65.xml" Id="Rc6455129a88648e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1cdf7bec05e4907" /><Relationship Type="http://schemas.openxmlformats.org/officeDocument/2006/relationships/notesSlide" Target="/ppt/notesSlides/notesSlide66.xml" Id="R2e1db758e02e4b57"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cf9cd826319242a7" /><Relationship Type="http://schemas.openxmlformats.org/officeDocument/2006/relationships/notesSlide" Target="/ppt/notesSlides/notesSlide67.xml" Id="R5c7ed7aaa3e14d7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c4ecc8d84894b74" /><Relationship Type="http://schemas.openxmlformats.org/officeDocument/2006/relationships/notesSlide" Target="/ppt/notesSlides/notesSlide68.xml" Id="Rf55e19f3d97041b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b3f8b5b4daa4e71" /><Relationship Type="http://schemas.openxmlformats.org/officeDocument/2006/relationships/image" Target="/ppt/media/image45.png" Id="Rac6eeec4bc9f42e1" /><Relationship Type="http://schemas.openxmlformats.org/officeDocument/2006/relationships/notesSlide" Target="/ppt/notesSlides/notesSlide69.xml" Id="R213a0cf157aa45a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d878b378ead471a" /><Relationship Type="http://schemas.openxmlformats.org/officeDocument/2006/relationships/image" Target="/ppt/media/image46.png" Id="R7cab5f447fe742a2" /><Relationship Type="http://schemas.openxmlformats.org/officeDocument/2006/relationships/notesSlide" Target="/ppt/notesSlides/notesSlide70.xml" Id="R0b2a26fa7d56452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4f2943c28264083" /><Relationship Type="http://schemas.openxmlformats.org/officeDocument/2006/relationships/image" Target="/ppt/media/image47.png" Id="R52561cd7d69d40e9" /><Relationship Type="http://schemas.openxmlformats.org/officeDocument/2006/relationships/notesSlide" Target="/ppt/notesSlides/notesSlide71.xml" Id="R60cbf573d38f409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647bed94c4264c57" /><Relationship Type="http://schemas.openxmlformats.org/officeDocument/2006/relationships/image" Target="/ppt/media/image48.png" Id="R0ab1a165a49240e2" /><Relationship Type="http://schemas.openxmlformats.org/officeDocument/2006/relationships/notesSlide" Target="/ppt/notesSlides/notesSlide72.xml" Id="Rccb4d107b96a4bbc"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c9e8db64dbd44f3" /><Relationship Type="http://schemas.openxmlformats.org/officeDocument/2006/relationships/notesSlide" Target="/ppt/notesSlides/notesSlide73.xml" Id="Rdd084905a9e14c5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cb28632e3ef4fce"/>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2d9769024a5444b"/>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c232fbc897d4937"/>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eedc286ae5e14f68"/>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900b9d68b8c48e7"/>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34b9ad9b2884f98"/>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0a60c36e0d5497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f7f91ccd6b446e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57de4f6a134b4edf"/>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d099d6b7ec0454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23c08c5df29433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073e6ba8121e456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f846f6683924e1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97ac57a7f574ef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aa11ea65a8a8495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53598f15ed54be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20409bb4d9a54142"/>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5ce850552d04589"/>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2c582e15d9f4863"/>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caa7d2376784c2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ec365fc5a564fa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a4c3d0c2f93402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7cc24650c5541a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9196ae46fed4e1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ff58dbc707a40b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ead8c62a5b8443d8"/>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9cd86c208ee4a34"/>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8740aa777af4ca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f004f8a3b824c0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b9a98fc06eb466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f33b8f504c64bf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49752eadb274a1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10b9c23e6cd4ca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56488bfa43447b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da3598aee8a477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70335d29092498a"/>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34f3825cec7488a"/>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1986711d7b1498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1a1f08a294843a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339194fb8a0406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0b7143eaf41439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6067b365dcdf4fce"/>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74fae7e168e64a8e"/>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0d6e8af0bf4442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74ebb90f6494e62"/>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5efe782b2b04bf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894a4c1e81841e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72c264d2d5b410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1f6844bf3e5443e"/>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1e8292d9a8248e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8be40d3e52d40b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e065c371ab6488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0c1590c4f7c484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81bc91e0c37472e"/>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c6eeec4bc9f42e1"/>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cab5f447fe742a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2561cd7d69d40e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ab1a165a49240e2"/>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2026-08-26T18:48:42.4220000Z</dcterms:created>
  <dcterms:modified xsi:type="dcterms:W3CDTF">2026-08-26T18:48:42.4220000Z</dcterms:modified>
</coreProperties>
</file>