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46442658dca45ea" /><Relationship Type="http://schemas.openxmlformats.org/officeDocument/2006/relationships/extended-properties" Target="/docProps/app.xml" Id="R17edaabcff6a47aa" /><Relationship Type="http://schemas.openxmlformats.org/officeDocument/2006/relationships/officeDocument" Target="/ppt/presentation.xml" Id="R906ea2aa326e4773" /></Relationships>
</file>

<file path=ppt/presentation.xml><?xml version="1.0" encoding="utf-8"?>
<p:presentation xmlns:p="http://schemas.openxmlformats.org/presentationml/2006/main">
  <p:sldMasterIdLst>
    <p:sldMasterId xmlns:r="http://schemas.openxmlformats.org/officeDocument/2006/relationships" id="2147483648" r:id="R8ca5f94d43504086"/>
  </p:sldMasterIdLst>
  <p:notesMasterIdLst>
    <p:notesMasterId xmlns:r="http://schemas.openxmlformats.org/officeDocument/2006/relationships" r:id="Rbeb4d3f8cc0346c8"/>
  </p:notesMasterIdLst>
  <p:sldIdLst>
    <p:sldId xmlns:r="http://schemas.openxmlformats.org/officeDocument/2006/relationships" id="256" r:id="R03d4baccbe7e4629"/>
    <p:sldId xmlns:r="http://schemas.openxmlformats.org/officeDocument/2006/relationships" id="257" r:id="R6376716fe0494aa2"/>
    <p:sldId xmlns:r="http://schemas.openxmlformats.org/officeDocument/2006/relationships" id="258" r:id="R22b9a18953444aad"/>
    <p:sldId xmlns:r="http://schemas.openxmlformats.org/officeDocument/2006/relationships" id="259" r:id="Ra9130e2a0bb14b5f"/>
    <p:sldId xmlns:r="http://schemas.openxmlformats.org/officeDocument/2006/relationships" id="260" r:id="R74ecd3210b814324"/>
    <p:sldId xmlns:r="http://schemas.openxmlformats.org/officeDocument/2006/relationships" id="261" r:id="Raaf8e0aced434e21"/>
    <p:sldId xmlns:r="http://schemas.openxmlformats.org/officeDocument/2006/relationships" id="262" r:id="R0855ba4449dc4968"/>
    <p:sldId xmlns:r="http://schemas.openxmlformats.org/officeDocument/2006/relationships" id="263" r:id="Rab71453ca5834eab"/>
    <p:sldId xmlns:r="http://schemas.openxmlformats.org/officeDocument/2006/relationships" id="264" r:id="R5b186e7ec0e042af"/>
    <p:sldId xmlns:r="http://schemas.openxmlformats.org/officeDocument/2006/relationships" id="265" r:id="R23bae8b041f74601"/>
    <p:sldId xmlns:r="http://schemas.openxmlformats.org/officeDocument/2006/relationships" id="266" r:id="Raacd6abe55194a8c"/>
    <p:sldId xmlns:r="http://schemas.openxmlformats.org/officeDocument/2006/relationships" id="267" r:id="Ra2a1256ebcc542b2"/>
    <p:sldId xmlns:r="http://schemas.openxmlformats.org/officeDocument/2006/relationships" id="268" r:id="R832a9f3d8d354ad6"/>
    <p:sldId xmlns:r="http://schemas.openxmlformats.org/officeDocument/2006/relationships" id="269" r:id="Rb4248a00ec314c94"/>
    <p:sldId xmlns:r="http://schemas.openxmlformats.org/officeDocument/2006/relationships" id="270" r:id="Rb1ed2d7fbf9946b8"/>
    <p:sldId xmlns:r="http://schemas.openxmlformats.org/officeDocument/2006/relationships" id="271" r:id="R288a2621e46f4695"/>
    <p:sldId xmlns:r="http://schemas.openxmlformats.org/officeDocument/2006/relationships" id="272" r:id="R32a260e231f04419"/>
    <p:sldId xmlns:r="http://schemas.openxmlformats.org/officeDocument/2006/relationships" id="273" r:id="R3563ad667dcd4d69"/>
    <p:sldId xmlns:r="http://schemas.openxmlformats.org/officeDocument/2006/relationships" id="274" r:id="R5aa870b86d6d4331"/>
    <p:sldId xmlns:r="http://schemas.openxmlformats.org/officeDocument/2006/relationships" id="275" r:id="Rc07a0d2d7d6a4491"/>
    <p:sldId xmlns:r="http://schemas.openxmlformats.org/officeDocument/2006/relationships" id="276" r:id="R25dbef279829467e"/>
    <p:sldId xmlns:r="http://schemas.openxmlformats.org/officeDocument/2006/relationships" id="277" r:id="R0dd31edca2204914"/>
    <p:sldId xmlns:r="http://schemas.openxmlformats.org/officeDocument/2006/relationships" id="278" r:id="Rcddcf8f803b049a6"/>
    <p:sldId xmlns:r="http://schemas.openxmlformats.org/officeDocument/2006/relationships" id="279" r:id="R37796d949ac042cc"/>
    <p:sldId xmlns:r="http://schemas.openxmlformats.org/officeDocument/2006/relationships" id="280" r:id="R532926b2004640ee"/>
    <p:sldId xmlns:r="http://schemas.openxmlformats.org/officeDocument/2006/relationships" id="281" r:id="R7c35ef76562e4c3a"/>
    <p:sldId xmlns:r="http://schemas.openxmlformats.org/officeDocument/2006/relationships" id="282" r:id="R144210cf9861462f"/>
    <p:sldId xmlns:r="http://schemas.openxmlformats.org/officeDocument/2006/relationships" id="283" r:id="Re196a4e298364ba4"/>
    <p:sldId xmlns:r="http://schemas.openxmlformats.org/officeDocument/2006/relationships" id="284" r:id="Rb4a66eeef32743f2"/>
    <p:sldId xmlns:r="http://schemas.openxmlformats.org/officeDocument/2006/relationships" id="285" r:id="Rb2314a38157d4654"/>
    <p:sldId xmlns:r="http://schemas.openxmlformats.org/officeDocument/2006/relationships" id="286" r:id="R4ad6f50fff444303"/>
    <p:sldId xmlns:r="http://schemas.openxmlformats.org/officeDocument/2006/relationships" id="287" r:id="R76fb5a04757e40c4"/>
    <p:sldId xmlns:r="http://schemas.openxmlformats.org/officeDocument/2006/relationships" id="288" r:id="Rc266fd26c4e349a3"/>
    <p:sldId xmlns:r="http://schemas.openxmlformats.org/officeDocument/2006/relationships" id="289" r:id="R717ed7f252fe48e2"/>
    <p:sldId xmlns:r="http://schemas.openxmlformats.org/officeDocument/2006/relationships" id="290" r:id="Rb287163a030646db"/>
    <p:sldId xmlns:r="http://schemas.openxmlformats.org/officeDocument/2006/relationships" id="291" r:id="R5b37ea369b954468"/>
    <p:sldId xmlns:r="http://schemas.openxmlformats.org/officeDocument/2006/relationships" id="292" r:id="R36466621cff94b47"/>
    <p:sldId xmlns:r="http://schemas.openxmlformats.org/officeDocument/2006/relationships" id="293" r:id="Rf869685f7e5a4d2e"/>
    <p:sldId xmlns:r="http://schemas.openxmlformats.org/officeDocument/2006/relationships" id="294" r:id="R079399209aa2476b"/>
    <p:sldId xmlns:r="http://schemas.openxmlformats.org/officeDocument/2006/relationships" id="295" r:id="R114d3b3a9dc94f12"/>
    <p:sldId xmlns:r="http://schemas.openxmlformats.org/officeDocument/2006/relationships" id="296" r:id="R8a6176cf0ad04b44"/>
    <p:sldId xmlns:r="http://schemas.openxmlformats.org/officeDocument/2006/relationships" id="297" r:id="R1b44f9947e6645c5"/>
    <p:sldId xmlns:r="http://schemas.openxmlformats.org/officeDocument/2006/relationships" id="298" r:id="R5d8db66c7d4848c4"/>
    <p:sldId xmlns:r="http://schemas.openxmlformats.org/officeDocument/2006/relationships" id="299" r:id="Rc90a37fab4fa49f4"/>
    <p:sldId xmlns:r="http://schemas.openxmlformats.org/officeDocument/2006/relationships" id="300" r:id="R851f32d55ab94009"/>
    <p:sldId xmlns:r="http://schemas.openxmlformats.org/officeDocument/2006/relationships" id="301" r:id="R9fc30677ab444632"/>
    <p:sldId xmlns:r="http://schemas.openxmlformats.org/officeDocument/2006/relationships" id="302" r:id="Re931337d96bb4643"/>
    <p:sldId xmlns:r="http://schemas.openxmlformats.org/officeDocument/2006/relationships" id="303" r:id="R1d4d618f36274eee"/>
    <p:sldId xmlns:r="http://schemas.openxmlformats.org/officeDocument/2006/relationships" id="304" r:id="R55afa69a17ba46c8"/>
    <p:sldId xmlns:r="http://schemas.openxmlformats.org/officeDocument/2006/relationships" id="305" r:id="R37af3aa39e884c60"/>
    <p:sldId xmlns:r="http://schemas.openxmlformats.org/officeDocument/2006/relationships" id="306" r:id="R7835274538874d9a"/>
    <p:sldId xmlns:r="http://schemas.openxmlformats.org/officeDocument/2006/relationships" id="307" r:id="R7e76db5823274c3f"/>
    <p:sldId xmlns:r="http://schemas.openxmlformats.org/officeDocument/2006/relationships" id="308" r:id="R15a370fb3fcb4267"/>
    <p:sldId xmlns:r="http://schemas.openxmlformats.org/officeDocument/2006/relationships" id="309" r:id="R059ce4316f0544fb"/>
    <p:sldId xmlns:r="http://schemas.openxmlformats.org/officeDocument/2006/relationships" id="310" r:id="R9a46f5f0159d4c2b"/>
    <p:sldId xmlns:r="http://schemas.openxmlformats.org/officeDocument/2006/relationships" id="311" r:id="R02b43b961a0d4fe4"/>
    <p:sldId xmlns:r="http://schemas.openxmlformats.org/officeDocument/2006/relationships" id="312" r:id="Ra3572b0e8f774570"/>
    <p:sldId xmlns:r="http://schemas.openxmlformats.org/officeDocument/2006/relationships" id="313" r:id="Raea9ac5ab8a74393"/>
    <p:sldId xmlns:r="http://schemas.openxmlformats.org/officeDocument/2006/relationships" id="314" r:id="R47960de7b2d94dda"/>
    <p:sldId xmlns:r="http://schemas.openxmlformats.org/officeDocument/2006/relationships" id="315" r:id="Ra9d42c906ceb473c"/>
    <p:sldId xmlns:r="http://schemas.openxmlformats.org/officeDocument/2006/relationships" id="316" r:id="Rb0389671683b4005"/>
    <p:sldId xmlns:r="http://schemas.openxmlformats.org/officeDocument/2006/relationships" id="317" r:id="R9ef82f55c983447b"/>
    <p:sldId xmlns:r="http://schemas.openxmlformats.org/officeDocument/2006/relationships" id="318" r:id="R68080ef5e1ee492b"/>
    <p:sldId xmlns:r="http://schemas.openxmlformats.org/officeDocument/2006/relationships" id="319" r:id="R45c01fa237e94056"/>
    <p:sldId xmlns:r="http://schemas.openxmlformats.org/officeDocument/2006/relationships" id="320" r:id="Ra52d81e4c38e4220"/>
    <p:sldId xmlns:r="http://schemas.openxmlformats.org/officeDocument/2006/relationships" id="321" r:id="Rb2e111a0b6154c98"/>
    <p:sldId xmlns:r="http://schemas.openxmlformats.org/officeDocument/2006/relationships" id="322" r:id="R52b0aaa2633b41b8"/>
    <p:sldId xmlns:r="http://schemas.openxmlformats.org/officeDocument/2006/relationships" id="323" r:id="R1766203a672844a2"/>
    <p:sldId xmlns:r="http://schemas.openxmlformats.org/officeDocument/2006/relationships" id="324" r:id="R67e54e270e124827"/>
    <p:sldId xmlns:r="http://schemas.openxmlformats.org/officeDocument/2006/relationships" id="325" r:id="R42605398f78d45dc"/>
    <p:sldId xmlns:r="http://schemas.openxmlformats.org/officeDocument/2006/relationships" id="326" r:id="Rd483667e398742d8"/>
    <p:sldId xmlns:r="http://schemas.openxmlformats.org/officeDocument/2006/relationships" id="327" r:id="Rf6ebeff0f04c46d7"/>
    <p:sldId xmlns:r="http://schemas.openxmlformats.org/officeDocument/2006/relationships" id="328" r:id="R562d197b59354def"/>
    <p:sldId xmlns:r="http://schemas.openxmlformats.org/officeDocument/2006/relationships" id="329" r:id="R3350e10b03854d3e"/>
    <p:sldId xmlns:r="http://schemas.openxmlformats.org/officeDocument/2006/relationships" id="330" r:id="R9f866940c80e46be"/>
    <p:sldId xmlns:r="http://schemas.openxmlformats.org/officeDocument/2006/relationships" id="331" r:id="R4b61a9c910044bc4"/>
    <p:sldId xmlns:r="http://schemas.openxmlformats.org/officeDocument/2006/relationships" id="332" r:id="R812bf0ce47624daf"/>
    <p:sldId xmlns:r="http://schemas.openxmlformats.org/officeDocument/2006/relationships" id="333" r:id="R560547cb16d74034"/>
    <p:sldId xmlns:r="http://schemas.openxmlformats.org/officeDocument/2006/relationships" id="334" r:id="Rcd15fa821c75484a"/>
    <p:sldId xmlns:r="http://schemas.openxmlformats.org/officeDocument/2006/relationships" id="335" r:id="R9c7197f2ca884c77"/>
    <p:sldId xmlns:r="http://schemas.openxmlformats.org/officeDocument/2006/relationships" id="336" r:id="R9de73bf950914807"/>
    <p:sldId xmlns:r="http://schemas.openxmlformats.org/officeDocument/2006/relationships" id="337" r:id="R668db75f80094408"/>
    <p:sldId xmlns:r="http://schemas.openxmlformats.org/officeDocument/2006/relationships" id="338" r:id="Raabdc1bc7260418a"/>
    <p:sldId xmlns:r="http://schemas.openxmlformats.org/officeDocument/2006/relationships" id="339" r:id="Re67f022204204330"/>
    <p:sldId xmlns:r="http://schemas.openxmlformats.org/officeDocument/2006/relationships" id="340" r:id="R64670c73a35d4dae"/>
    <p:sldId xmlns:r="http://schemas.openxmlformats.org/officeDocument/2006/relationships" id="341" r:id="R1ab4f7a9a1fc45c6"/>
    <p:sldId xmlns:r="http://schemas.openxmlformats.org/officeDocument/2006/relationships" id="342" r:id="R848a96664bd54861"/>
    <p:sldId xmlns:r="http://schemas.openxmlformats.org/officeDocument/2006/relationships" id="343" r:id="R0c89aa0750a940b3"/>
    <p:sldId xmlns:r="http://schemas.openxmlformats.org/officeDocument/2006/relationships" id="344" r:id="R300f61bdc44d4de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3bfc81ede6417d" /><Relationship Type="http://schemas.openxmlformats.org/officeDocument/2006/relationships/slideMaster" Target="/ppt/slideMasters/slideMaster1.xml" Id="R8ca5f94d43504086" /><Relationship Type="http://schemas.openxmlformats.org/officeDocument/2006/relationships/notesMaster" Target="/ppt/notesMasters/notesMaster1.xml" Id="Rbeb4d3f8cc0346c8" /><Relationship Type="http://schemas.openxmlformats.org/officeDocument/2006/relationships/presProps" Target="/ppt/presProps.xml" Id="R45b73adeb6a24eeb" /><Relationship Type="http://schemas.openxmlformats.org/officeDocument/2006/relationships/tableStyles" Target="/ppt/tableStyles.xml" Id="Rb3e6b9984c3d46c6" /><Relationship Type="http://schemas.openxmlformats.org/officeDocument/2006/relationships/slide" Target="/ppt/slides/slide1.xml" Id="R03d4baccbe7e4629" /><Relationship Type="http://schemas.openxmlformats.org/officeDocument/2006/relationships/slide" Target="/ppt/slides/slide2.xml" Id="R6376716fe0494aa2" /><Relationship Type="http://schemas.openxmlformats.org/officeDocument/2006/relationships/slide" Target="/ppt/slides/slide3.xml" Id="R22b9a18953444aad" /><Relationship Type="http://schemas.openxmlformats.org/officeDocument/2006/relationships/slide" Target="/ppt/slides/slide4.xml" Id="Ra9130e2a0bb14b5f" /><Relationship Type="http://schemas.openxmlformats.org/officeDocument/2006/relationships/slide" Target="/ppt/slides/slide5.xml" Id="R74ecd3210b814324" /><Relationship Type="http://schemas.openxmlformats.org/officeDocument/2006/relationships/slide" Target="/ppt/slides/slide6.xml" Id="Raaf8e0aced434e21" /><Relationship Type="http://schemas.openxmlformats.org/officeDocument/2006/relationships/slide" Target="/ppt/slides/slide7.xml" Id="R0855ba4449dc4968" /><Relationship Type="http://schemas.openxmlformats.org/officeDocument/2006/relationships/slide" Target="/ppt/slides/slide8.xml" Id="Rab71453ca5834eab" /><Relationship Type="http://schemas.openxmlformats.org/officeDocument/2006/relationships/slide" Target="/ppt/slides/slide9.xml" Id="R5b186e7ec0e042af" /><Relationship Type="http://schemas.openxmlformats.org/officeDocument/2006/relationships/slide" Target="/ppt/slides/slide10.xml" Id="R23bae8b041f74601" /><Relationship Type="http://schemas.openxmlformats.org/officeDocument/2006/relationships/slide" Target="/ppt/slides/slide11.xml" Id="Raacd6abe55194a8c" /><Relationship Type="http://schemas.openxmlformats.org/officeDocument/2006/relationships/slide" Target="/ppt/slides/slide12.xml" Id="Ra2a1256ebcc542b2" /><Relationship Type="http://schemas.openxmlformats.org/officeDocument/2006/relationships/slide" Target="/ppt/slides/slide13.xml" Id="R832a9f3d8d354ad6" /><Relationship Type="http://schemas.openxmlformats.org/officeDocument/2006/relationships/slide" Target="/ppt/slides/slide14.xml" Id="Rb4248a00ec314c94" /><Relationship Type="http://schemas.openxmlformats.org/officeDocument/2006/relationships/slide" Target="/ppt/slides/slide15.xml" Id="Rb1ed2d7fbf9946b8" /><Relationship Type="http://schemas.openxmlformats.org/officeDocument/2006/relationships/slide" Target="/ppt/slides/slide16.xml" Id="R288a2621e46f4695" /><Relationship Type="http://schemas.openxmlformats.org/officeDocument/2006/relationships/slide" Target="/ppt/slides/slide17.xml" Id="R32a260e231f04419" /><Relationship Type="http://schemas.openxmlformats.org/officeDocument/2006/relationships/slide" Target="/ppt/slides/slide18.xml" Id="R3563ad667dcd4d69" /><Relationship Type="http://schemas.openxmlformats.org/officeDocument/2006/relationships/slide" Target="/ppt/slides/slide19.xml" Id="R5aa870b86d6d4331" /><Relationship Type="http://schemas.openxmlformats.org/officeDocument/2006/relationships/slide" Target="/ppt/slides/slide20.xml" Id="Rc07a0d2d7d6a4491" /><Relationship Type="http://schemas.openxmlformats.org/officeDocument/2006/relationships/slide" Target="/ppt/slides/slide21.xml" Id="R25dbef279829467e" /><Relationship Type="http://schemas.openxmlformats.org/officeDocument/2006/relationships/slide" Target="/ppt/slides/slide22.xml" Id="R0dd31edca2204914" /><Relationship Type="http://schemas.openxmlformats.org/officeDocument/2006/relationships/slide" Target="/ppt/slides/slide23.xml" Id="Rcddcf8f803b049a6" /><Relationship Type="http://schemas.openxmlformats.org/officeDocument/2006/relationships/slide" Target="/ppt/slides/slide24.xml" Id="R37796d949ac042cc" /><Relationship Type="http://schemas.openxmlformats.org/officeDocument/2006/relationships/slide" Target="/ppt/slides/slide25.xml" Id="R532926b2004640ee" /><Relationship Type="http://schemas.openxmlformats.org/officeDocument/2006/relationships/slide" Target="/ppt/slides/slide26.xml" Id="R7c35ef76562e4c3a" /><Relationship Type="http://schemas.openxmlformats.org/officeDocument/2006/relationships/slide" Target="/ppt/slides/slide27.xml" Id="R144210cf9861462f" /><Relationship Type="http://schemas.openxmlformats.org/officeDocument/2006/relationships/slide" Target="/ppt/slides/slide28.xml" Id="Re196a4e298364ba4" /><Relationship Type="http://schemas.openxmlformats.org/officeDocument/2006/relationships/slide" Target="/ppt/slides/slide29.xml" Id="Rb4a66eeef32743f2" /><Relationship Type="http://schemas.openxmlformats.org/officeDocument/2006/relationships/slide" Target="/ppt/slides/slide30.xml" Id="Rb2314a38157d4654" /><Relationship Type="http://schemas.openxmlformats.org/officeDocument/2006/relationships/slide" Target="/ppt/slides/slide31.xml" Id="R4ad6f50fff444303" /><Relationship Type="http://schemas.openxmlformats.org/officeDocument/2006/relationships/slide" Target="/ppt/slides/slide32.xml" Id="R76fb5a04757e40c4" /><Relationship Type="http://schemas.openxmlformats.org/officeDocument/2006/relationships/slide" Target="/ppt/slides/slide33.xml" Id="Rc266fd26c4e349a3" /><Relationship Type="http://schemas.openxmlformats.org/officeDocument/2006/relationships/slide" Target="/ppt/slides/slide34.xml" Id="R717ed7f252fe48e2" /><Relationship Type="http://schemas.openxmlformats.org/officeDocument/2006/relationships/slide" Target="/ppt/slides/slide35.xml" Id="Rb287163a030646db" /><Relationship Type="http://schemas.openxmlformats.org/officeDocument/2006/relationships/slide" Target="/ppt/slides/slide36.xml" Id="R5b37ea369b954468" /><Relationship Type="http://schemas.openxmlformats.org/officeDocument/2006/relationships/slide" Target="/ppt/slides/slide37.xml" Id="R36466621cff94b47" /><Relationship Type="http://schemas.openxmlformats.org/officeDocument/2006/relationships/slide" Target="/ppt/slides/slide38.xml" Id="Rf869685f7e5a4d2e" /><Relationship Type="http://schemas.openxmlformats.org/officeDocument/2006/relationships/slide" Target="/ppt/slides/slide39.xml" Id="R079399209aa2476b" /><Relationship Type="http://schemas.openxmlformats.org/officeDocument/2006/relationships/slide" Target="/ppt/slides/slide40.xml" Id="R114d3b3a9dc94f12" /><Relationship Type="http://schemas.openxmlformats.org/officeDocument/2006/relationships/slide" Target="/ppt/slides/slide41.xml" Id="R8a6176cf0ad04b44" /><Relationship Type="http://schemas.openxmlformats.org/officeDocument/2006/relationships/slide" Target="/ppt/slides/slide42.xml" Id="R1b44f9947e6645c5" /><Relationship Type="http://schemas.openxmlformats.org/officeDocument/2006/relationships/slide" Target="/ppt/slides/slide43.xml" Id="R5d8db66c7d4848c4" /><Relationship Type="http://schemas.openxmlformats.org/officeDocument/2006/relationships/slide" Target="/ppt/slides/slide44.xml" Id="Rc90a37fab4fa49f4" /><Relationship Type="http://schemas.openxmlformats.org/officeDocument/2006/relationships/slide" Target="/ppt/slides/slide45.xml" Id="R851f32d55ab94009" /><Relationship Type="http://schemas.openxmlformats.org/officeDocument/2006/relationships/slide" Target="/ppt/slides/slide46.xml" Id="R9fc30677ab444632" /><Relationship Type="http://schemas.openxmlformats.org/officeDocument/2006/relationships/slide" Target="/ppt/slides/slide47.xml" Id="Re931337d96bb4643" /><Relationship Type="http://schemas.openxmlformats.org/officeDocument/2006/relationships/slide" Target="/ppt/slides/slide48.xml" Id="R1d4d618f36274eee" /><Relationship Type="http://schemas.openxmlformats.org/officeDocument/2006/relationships/slide" Target="/ppt/slides/slide49.xml" Id="R55afa69a17ba46c8" /><Relationship Type="http://schemas.openxmlformats.org/officeDocument/2006/relationships/slide" Target="/ppt/slides/slide50.xml" Id="R37af3aa39e884c60" /><Relationship Type="http://schemas.openxmlformats.org/officeDocument/2006/relationships/slide" Target="/ppt/slides/slide51.xml" Id="R7835274538874d9a" /><Relationship Type="http://schemas.openxmlformats.org/officeDocument/2006/relationships/slide" Target="/ppt/slides/slide52.xml" Id="R7e76db5823274c3f" /><Relationship Type="http://schemas.openxmlformats.org/officeDocument/2006/relationships/slide" Target="/ppt/slides/slide53.xml" Id="R15a370fb3fcb4267" /><Relationship Type="http://schemas.openxmlformats.org/officeDocument/2006/relationships/slide" Target="/ppt/slides/slide54.xml" Id="R059ce4316f0544fb" /><Relationship Type="http://schemas.openxmlformats.org/officeDocument/2006/relationships/slide" Target="/ppt/slides/slide55.xml" Id="R9a46f5f0159d4c2b" /><Relationship Type="http://schemas.openxmlformats.org/officeDocument/2006/relationships/slide" Target="/ppt/slides/slide56.xml" Id="R02b43b961a0d4fe4" /><Relationship Type="http://schemas.openxmlformats.org/officeDocument/2006/relationships/slide" Target="/ppt/slides/slide57.xml" Id="Ra3572b0e8f774570" /><Relationship Type="http://schemas.openxmlformats.org/officeDocument/2006/relationships/slide" Target="/ppt/slides/slide58.xml" Id="Raea9ac5ab8a74393" /><Relationship Type="http://schemas.openxmlformats.org/officeDocument/2006/relationships/slide" Target="/ppt/slides/slide59.xml" Id="R47960de7b2d94dda" /><Relationship Type="http://schemas.openxmlformats.org/officeDocument/2006/relationships/slide" Target="/ppt/slides/slide60.xml" Id="Ra9d42c906ceb473c" /><Relationship Type="http://schemas.openxmlformats.org/officeDocument/2006/relationships/slide" Target="/ppt/slides/slide61.xml" Id="Rb0389671683b4005" /><Relationship Type="http://schemas.openxmlformats.org/officeDocument/2006/relationships/slide" Target="/ppt/slides/slide62.xml" Id="R9ef82f55c983447b" /><Relationship Type="http://schemas.openxmlformats.org/officeDocument/2006/relationships/slide" Target="/ppt/slides/slide63.xml" Id="R68080ef5e1ee492b" /><Relationship Type="http://schemas.openxmlformats.org/officeDocument/2006/relationships/slide" Target="/ppt/slides/slide64.xml" Id="R45c01fa237e94056" /><Relationship Type="http://schemas.openxmlformats.org/officeDocument/2006/relationships/slide" Target="/ppt/slides/slide65.xml" Id="Ra52d81e4c38e4220" /><Relationship Type="http://schemas.openxmlformats.org/officeDocument/2006/relationships/slide" Target="/ppt/slides/slide66.xml" Id="Rb2e111a0b6154c98" /><Relationship Type="http://schemas.openxmlformats.org/officeDocument/2006/relationships/slide" Target="/ppt/slides/slide67.xml" Id="R52b0aaa2633b41b8" /><Relationship Type="http://schemas.openxmlformats.org/officeDocument/2006/relationships/slide" Target="/ppt/slides/slide68.xml" Id="R1766203a672844a2" /><Relationship Type="http://schemas.openxmlformats.org/officeDocument/2006/relationships/slide" Target="/ppt/slides/slide69.xml" Id="R67e54e270e124827" /><Relationship Type="http://schemas.openxmlformats.org/officeDocument/2006/relationships/slide" Target="/ppt/slides/slide70.xml" Id="R42605398f78d45dc" /><Relationship Type="http://schemas.openxmlformats.org/officeDocument/2006/relationships/slide" Target="/ppt/slides/slide71.xml" Id="Rd483667e398742d8" /><Relationship Type="http://schemas.openxmlformats.org/officeDocument/2006/relationships/slide" Target="/ppt/slides/slide72.xml" Id="Rf6ebeff0f04c46d7" /><Relationship Type="http://schemas.openxmlformats.org/officeDocument/2006/relationships/slide" Target="/ppt/slides/slide73.xml" Id="R562d197b59354def" /><Relationship Type="http://schemas.openxmlformats.org/officeDocument/2006/relationships/slide" Target="/ppt/slides/slide74.xml" Id="R3350e10b03854d3e" /><Relationship Type="http://schemas.openxmlformats.org/officeDocument/2006/relationships/slide" Target="/ppt/slides/slide75.xml" Id="R9f866940c80e46be" /><Relationship Type="http://schemas.openxmlformats.org/officeDocument/2006/relationships/slide" Target="/ppt/slides/slide76.xml" Id="R4b61a9c910044bc4" /><Relationship Type="http://schemas.openxmlformats.org/officeDocument/2006/relationships/slide" Target="/ppt/slides/slide77.xml" Id="R812bf0ce47624daf" /><Relationship Type="http://schemas.openxmlformats.org/officeDocument/2006/relationships/slide" Target="/ppt/slides/slide78.xml" Id="R560547cb16d74034" /><Relationship Type="http://schemas.openxmlformats.org/officeDocument/2006/relationships/slide" Target="/ppt/slides/slide79.xml" Id="Rcd15fa821c75484a" /><Relationship Type="http://schemas.openxmlformats.org/officeDocument/2006/relationships/slide" Target="/ppt/slides/slide80.xml" Id="R9c7197f2ca884c77" /><Relationship Type="http://schemas.openxmlformats.org/officeDocument/2006/relationships/slide" Target="/ppt/slides/slide81.xml" Id="R9de73bf950914807" /><Relationship Type="http://schemas.openxmlformats.org/officeDocument/2006/relationships/slide" Target="/ppt/slides/slide82.xml" Id="R668db75f80094408" /><Relationship Type="http://schemas.openxmlformats.org/officeDocument/2006/relationships/slide" Target="/ppt/slides/slide83.xml" Id="Raabdc1bc7260418a" /><Relationship Type="http://schemas.openxmlformats.org/officeDocument/2006/relationships/slide" Target="/ppt/slides/slide84.xml" Id="Re67f022204204330" /><Relationship Type="http://schemas.openxmlformats.org/officeDocument/2006/relationships/slide" Target="/ppt/slides/slide85.xml" Id="R64670c73a35d4dae" /><Relationship Type="http://schemas.openxmlformats.org/officeDocument/2006/relationships/slide" Target="/ppt/slides/slide86.xml" Id="R1ab4f7a9a1fc45c6" /><Relationship Type="http://schemas.openxmlformats.org/officeDocument/2006/relationships/slide" Target="/ppt/slides/slide87.xml" Id="R848a96664bd54861" /><Relationship Type="http://schemas.openxmlformats.org/officeDocument/2006/relationships/slide" Target="/ppt/slides/slide88.xml" Id="R0c89aa0750a940b3" /><Relationship Type="http://schemas.openxmlformats.org/officeDocument/2006/relationships/slide" Target="/ppt/slides/slide89.xml" Id="R300f61bdc44d4de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c75c0861c245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64fe2bb5bdc459d" /><Relationship Type="http://schemas.openxmlformats.org/officeDocument/2006/relationships/notesMaster" Target="/ppt/notesMasters/notesMaster1.xml" Id="Rcd41105cf3ca4b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3b9d28e0cb4832" /><Relationship Type="http://schemas.openxmlformats.org/officeDocument/2006/relationships/notesMaster" Target="/ppt/notesMasters/notesMaster1.xml" Id="R65a1b9a617fe4e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163607336f487b" /><Relationship Type="http://schemas.openxmlformats.org/officeDocument/2006/relationships/notesMaster" Target="/ppt/notesMasters/notesMaster1.xml" Id="R4ee245e5921b4a1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592eb03d284a10" /><Relationship Type="http://schemas.openxmlformats.org/officeDocument/2006/relationships/notesMaster" Target="/ppt/notesMasters/notesMaster1.xml" Id="Raaba7a28ef3440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7711dd462c440a" /><Relationship Type="http://schemas.openxmlformats.org/officeDocument/2006/relationships/notesMaster" Target="/ppt/notesMasters/notesMaster1.xml" Id="R3d553e5aae8b438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c47f5c4ed840a8" /><Relationship Type="http://schemas.openxmlformats.org/officeDocument/2006/relationships/notesMaster" Target="/ppt/notesMasters/notesMaster1.xml" Id="R43c50ae6f9154c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a3320520d8b44807" /><Relationship Type="http://schemas.openxmlformats.org/officeDocument/2006/relationships/notesMaster" Target="/ppt/notesMasters/notesMaster1.xml" Id="R13f2a5ab3eb14a0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131139d3ab14092" /><Relationship Type="http://schemas.openxmlformats.org/officeDocument/2006/relationships/notesMaster" Target="/ppt/notesMasters/notesMaster1.xml" Id="Rfecd549443a14f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528d304afb4bf0" /><Relationship Type="http://schemas.openxmlformats.org/officeDocument/2006/relationships/notesMaster" Target="/ppt/notesMasters/notesMaster1.xml" Id="Rc6a8a5e0c78940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42bbdb2ae3e4fbb" /><Relationship Type="http://schemas.openxmlformats.org/officeDocument/2006/relationships/notesMaster" Target="/ppt/notesMasters/notesMaster1.xml" Id="Rd0f5b59b41e7464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af788a31db4ef6" /><Relationship Type="http://schemas.openxmlformats.org/officeDocument/2006/relationships/notesMaster" Target="/ppt/notesMasters/notesMaster1.xml" Id="R6a8eae5be17046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f82eb18b004d51" /><Relationship Type="http://schemas.openxmlformats.org/officeDocument/2006/relationships/notesMaster" Target="/ppt/notesMasters/notesMaster1.xml" Id="Ra6598e841d4e415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052595f1d0a4855" /><Relationship Type="http://schemas.openxmlformats.org/officeDocument/2006/relationships/notesMaster" Target="/ppt/notesMasters/notesMaster1.xml" Id="R37b597ba7b634f5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34596661ff24a78" /><Relationship Type="http://schemas.openxmlformats.org/officeDocument/2006/relationships/notesMaster" Target="/ppt/notesMasters/notesMaster1.xml" Id="R2a12ce56261149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ff17a27608f4c3e" /><Relationship Type="http://schemas.openxmlformats.org/officeDocument/2006/relationships/notesMaster" Target="/ppt/notesMasters/notesMaster1.xml" Id="R7e3a04df5850463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19f0fe02694267" /><Relationship Type="http://schemas.openxmlformats.org/officeDocument/2006/relationships/notesMaster" Target="/ppt/notesMasters/notesMaster1.xml" Id="R3109871d60fd4c8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e2b43de60b440d" /><Relationship Type="http://schemas.openxmlformats.org/officeDocument/2006/relationships/notesMaster" Target="/ppt/notesMasters/notesMaster1.xml" Id="Rdfad0bc9244246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9af51fb49da4bfd" /><Relationship Type="http://schemas.openxmlformats.org/officeDocument/2006/relationships/notesMaster" Target="/ppt/notesMasters/notesMaster1.xml" Id="R38612f36ad6741f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c65116ae3340d8" /><Relationship Type="http://schemas.openxmlformats.org/officeDocument/2006/relationships/notesMaster" Target="/ppt/notesMasters/notesMaster1.xml" Id="Rbf8578161fea464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75512b1f9ae4743" /><Relationship Type="http://schemas.openxmlformats.org/officeDocument/2006/relationships/notesMaster" Target="/ppt/notesMasters/notesMaster1.xml" Id="R3663a888ec6f493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351f2839f54e63" /><Relationship Type="http://schemas.openxmlformats.org/officeDocument/2006/relationships/notesMaster" Target="/ppt/notesMasters/notesMaster1.xml" Id="R0042f63c75024f5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c977e9848624c2c" /><Relationship Type="http://schemas.openxmlformats.org/officeDocument/2006/relationships/notesMaster" Target="/ppt/notesMasters/notesMaster1.xml" Id="R780ec70c8b0f4e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03e72439fc44a8" /><Relationship Type="http://schemas.openxmlformats.org/officeDocument/2006/relationships/notesMaster" Target="/ppt/notesMasters/notesMaster1.xml" Id="Ree6eaea6d953495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da051cbeaa4f1d" /><Relationship Type="http://schemas.openxmlformats.org/officeDocument/2006/relationships/notesMaster" Target="/ppt/notesMasters/notesMaster1.xml" Id="R4471d26488df489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40da9c0a46f4bd2" /><Relationship Type="http://schemas.openxmlformats.org/officeDocument/2006/relationships/notesMaster" Target="/ppt/notesMasters/notesMaster1.xml" Id="Rb3d29e77d6d843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37778175184792" /><Relationship Type="http://schemas.openxmlformats.org/officeDocument/2006/relationships/notesMaster" Target="/ppt/notesMasters/notesMaster1.xml" Id="R43bbf30de63e4d3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b8d0d1be95048fe" /><Relationship Type="http://schemas.openxmlformats.org/officeDocument/2006/relationships/notesMaster" Target="/ppt/notesMasters/notesMaster1.xml" Id="R12704d47c2be4c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f2e55cf64f4452c" /><Relationship Type="http://schemas.openxmlformats.org/officeDocument/2006/relationships/notesMaster" Target="/ppt/notesMasters/notesMaster1.xml" Id="R0891cc0e6d51467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1c4c9fd2b7e46e6" /><Relationship Type="http://schemas.openxmlformats.org/officeDocument/2006/relationships/notesMaster" Target="/ppt/notesMasters/notesMaster1.xml" Id="R8830139460174ec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4bee0f0f9ec4d5a" /><Relationship Type="http://schemas.openxmlformats.org/officeDocument/2006/relationships/notesMaster" Target="/ppt/notesMasters/notesMaster1.xml" Id="R8f473763e8f3446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ef4d8dca4de4590" /><Relationship Type="http://schemas.openxmlformats.org/officeDocument/2006/relationships/notesMaster" Target="/ppt/notesMasters/notesMaster1.xml" Id="Rcd2ba54d90514df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641ffa9280745ac" /><Relationship Type="http://schemas.openxmlformats.org/officeDocument/2006/relationships/notesMaster" Target="/ppt/notesMasters/notesMaster1.xml" Id="R868c0d1bf47f431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1fa870a33414c5e" /><Relationship Type="http://schemas.openxmlformats.org/officeDocument/2006/relationships/notesMaster" Target="/ppt/notesMasters/notesMaster1.xml" Id="Ra07347b7364f45b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51f15e74516438b" /><Relationship Type="http://schemas.openxmlformats.org/officeDocument/2006/relationships/notesMaster" Target="/ppt/notesMasters/notesMaster1.xml" Id="R100082ff414448f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aafddef2fb9451b" /><Relationship Type="http://schemas.openxmlformats.org/officeDocument/2006/relationships/notesMaster" Target="/ppt/notesMasters/notesMaster1.xml" Id="R205d9669ab164eb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e93f41cb7b04bea" /><Relationship Type="http://schemas.openxmlformats.org/officeDocument/2006/relationships/notesMaster" Target="/ppt/notesMasters/notesMaster1.xml" Id="Rad00d92affda4a8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5cd4dfd52234a6c" /><Relationship Type="http://schemas.openxmlformats.org/officeDocument/2006/relationships/notesMaster" Target="/ppt/notesMasters/notesMaster1.xml" Id="R9a1ba3fc342b407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5b730b6b52948bb" /><Relationship Type="http://schemas.openxmlformats.org/officeDocument/2006/relationships/notesMaster" Target="/ppt/notesMasters/notesMaster1.xml" Id="Rc9c88c1ed46447d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895c74ab9294db1" /><Relationship Type="http://schemas.openxmlformats.org/officeDocument/2006/relationships/notesMaster" Target="/ppt/notesMasters/notesMaster1.xml" Id="Rf0ad32502ac9438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81698107ca74cda" /><Relationship Type="http://schemas.openxmlformats.org/officeDocument/2006/relationships/notesMaster" Target="/ppt/notesMasters/notesMaster1.xml" Id="R6cda07c5fccc47b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9284badf4a04782" /><Relationship Type="http://schemas.openxmlformats.org/officeDocument/2006/relationships/notesMaster" Target="/ppt/notesMasters/notesMaster1.xml" Id="Re386ec7803a642a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33cc1f5926d463c" /><Relationship Type="http://schemas.openxmlformats.org/officeDocument/2006/relationships/notesMaster" Target="/ppt/notesMasters/notesMaster1.xml" Id="R582620e680484e8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f40a4daa00e409a" /><Relationship Type="http://schemas.openxmlformats.org/officeDocument/2006/relationships/notesMaster" Target="/ppt/notesMasters/notesMaster1.xml" Id="R5e0499b7bf15456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cafbe8e35904496" /><Relationship Type="http://schemas.openxmlformats.org/officeDocument/2006/relationships/notesMaster" Target="/ppt/notesMasters/notesMaster1.xml" Id="Rf3b7276a5e1548b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9dfc91dc5184827" /><Relationship Type="http://schemas.openxmlformats.org/officeDocument/2006/relationships/notesMaster" Target="/ppt/notesMasters/notesMaster1.xml" Id="R2189c36288f24e2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e369ba999b04faa" /><Relationship Type="http://schemas.openxmlformats.org/officeDocument/2006/relationships/notesMaster" Target="/ppt/notesMasters/notesMaster1.xml" Id="R749fa978c6294d2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9fa0f9b3d6d4e04" /><Relationship Type="http://schemas.openxmlformats.org/officeDocument/2006/relationships/notesMaster" Target="/ppt/notesMasters/notesMaster1.xml" Id="R0d5f957ae50e40a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4ee41f57fcd47b8" /><Relationship Type="http://schemas.openxmlformats.org/officeDocument/2006/relationships/notesMaster" Target="/ppt/notesMasters/notesMaster1.xml" Id="R71365de5ec2b44b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731632ab1a947ec" /><Relationship Type="http://schemas.openxmlformats.org/officeDocument/2006/relationships/notesMaster" Target="/ppt/notesMasters/notesMaster1.xml" Id="Re964db3eea3b462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b347c39ff934236" /><Relationship Type="http://schemas.openxmlformats.org/officeDocument/2006/relationships/notesMaster" Target="/ppt/notesMasters/notesMaster1.xml" Id="Refabd1873cd840b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9882571cf204ea0" /><Relationship Type="http://schemas.openxmlformats.org/officeDocument/2006/relationships/notesMaster" Target="/ppt/notesMasters/notesMaster1.xml" Id="R3fcb57c566a64e8c"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6dac04783fb4ba1" /><Relationship Type="http://schemas.openxmlformats.org/officeDocument/2006/relationships/notesMaster" Target="/ppt/notesMasters/notesMaster1.xml" Id="R7836707c5913497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e65e03c52414362" /><Relationship Type="http://schemas.openxmlformats.org/officeDocument/2006/relationships/notesMaster" Target="/ppt/notesMasters/notesMaster1.xml" Id="R5524318c1455447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ad8c917f23f4c6e" /><Relationship Type="http://schemas.openxmlformats.org/officeDocument/2006/relationships/notesMaster" Target="/ppt/notesMasters/notesMaster1.xml" Id="R0d480e687a36410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121a56df8764634" /><Relationship Type="http://schemas.openxmlformats.org/officeDocument/2006/relationships/notesMaster" Target="/ppt/notesMasters/notesMaster1.xml" Id="Re84c8e2ee3534210"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c876021af3d4feb" /><Relationship Type="http://schemas.openxmlformats.org/officeDocument/2006/relationships/notesMaster" Target="/ppt/notesMasters/notesMaster1.xml" Id="R2e6e17882fe9493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1568ac87fa24416" /><Relationship Type="http://schemas.openxmlformats.org/officeDocument/2006/relationships/notesMaster" Target="/ppt/notesMasters/notesMaster1.xml" Id="R06b2e78d6bcd424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69d77726fdc94a3f" /><Relationship Type="http://schemas.openxmlformats.org/officeDocument/2006/relationships/notesMaster" Target="/ppt/notesMasters/notesMaster1.xml" Id="Rcaf6a314b9be41f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012a5afcb8b4ae5" /><Relationship Type="http://schemas.openxmlformats.org/officeDocument/2006/relationships/notesMaster" Target="/ppt/notesMasters/notesMaster1.xml" Id="R4ce7a3ffeba640f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1fbb80056b64e08" /><Relationship Type="http://schemas.openxmlformats.org/officeDocument/2006/relationships/notesMaster" Target="/ppt/notesMasters/notesMaster1.xml" Id="Rba109b5cff8a430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d2a172be09b49f7" /><Relationship Type="http://schemas.openxmlformats.org/officeDocument/2006/relationships/notesMaster" Target="/ppt/notesMasters/notesMaster1.xml" Id="R9eef651f727e49e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a520b30ea34546a6" /><Relationship Type="http://schemas.openxmlformats.org/officeDocument/2006/relationships/notesMaster" Target="/ppt/notesMasters/notesMaster1.xml" Id="R6ec1df3fa725407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06a0f8f18d64006" /><Relationship Type="http://schemas.openxmlformats.org/officeDocument/2006/relationships/notesMaster" Target="/ppt/notesMasters/notesMaster1.xml" Id="R4be8f6ceca6f43b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71659abdcec4749" /><Relationship Type="http://schemas.openxmlformats.org/officeDocument/2006/relationships/notesMaster" Target="/ppt/notesMasters/notesMaster1.xml" Id="Re677bc79c7ed42a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99395b9cfe54fa5" /><Relationship Type="http://schemas.openxmlformats.org/officeDocument/2006/relationships/notesMaster" Target="/ppt/notesMasters/notesMaster1.xml" Id="R31d4b0cf2b514318"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7003faff1e740de" /><Relationship Type="http://schemas.openxmlformats.org/officeDocument/2006/relationships/notesMaster" Target="/ppt/notesMasters/notesMaster1.xml" Id="R57415108159f45d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c478330d4c248d8" /><Relationship Type="http://schemas.openxmlformats.org/officeDocument/2006/relationships/notesMaster" Target="/ppt/notesMasters/notesMaster1.xml" Id="Rccda21d7096142b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7561ff0f3104d52" /><Relationship Type="http://schemas.openxmlformats.org/officeDocument/2006/relationships/notesMaster" Target="/ppt/notesMasters/notesMaster1.xml" Id="Rb9175014bd724c9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13a7ef949e24216" /><Relationship Type="http://schemas.openxmlformats.org/officeDocument/2006/relationships/notesMaster" Target="/ppt/notesMasters/notesMaster1.xml" Id="Rd3e415b3942f497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f0c7da497314432" /><Relationship Type="http://schemas.openxmlformats.org/officeDocument/2006/relationships/notesMaster" Target="/ppt/notesMasters/notesMaster1.xml" Id="Rb62d71c38183424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163571b6f944158" /><Relationship Type="http://schemas.openxmlformats.org/officeDocument/2006/relationships/notesMaster" Target="/ppt/notesMasters/notesMaster1.xml" Id="R406231701ed14db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fb036d6614e949e4" /><Relationship Type="http://schemas.openxmlformats.org/officeDocument/2006/relationships/notesMaster" Target="/ppt/notesMasters/notesMaster1.xml" Id="Rfed580b96a2a450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9d55d77772241f4" /><Relationship Type="http://schemas.openxmlformats.org/officeDocument/2006/relationships/notesMaster" Target="/ppt/notesMasters/notesMaster1.xml" Id="R3f5890715e95427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9b49eeda566f47ed" /><Relationship Type="http://schemas.openxmlformats.org/officeDocument/2006/relationships/notesMaster" Target="/ppt/notesMasters/notesMaster1.xml" Id="R9d783fc3256d467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4f81938069724e98" /><Relationship Type="http://schemas.openxmlformats.org/officeDocument/2006/relationships/notesMaster" Target="/ppt/notesMasters/notesMaster1.xml" Id="R0b6f73df8e094857"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8fda0e0044148e7" /><Relationship Type="http://schemas.openxmlformats.org/officeDocument/2006/relationships/notesMaster" Target="/ppt/notesMasters/notesMaster1.xml" Id="R43d1486b4f8f41f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8d947c7102e40e4" /><Relationship Type="http://schemas.openxmlformats.org/officeDocument/2006/relationships/notesMaster" Target="/ppt/notesMasters/notesMaster1.xml" Id="Rdabca550f16a40ef"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d5e2c10ed174273" /><Relationship Type="http://schemas.openxmlformats.org/officeDocument/2006/relationships/notesMaster" Target="/ppt/notesMasters/notesMaster1.xml" Id="R5285b4d0f3a54914"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e144b354045425a" /><Relationship Type="http://schemas.openxmlformats.org/officeDocument/2006/relationships/notesMaster" Target="/ppt/notesMasters/notesMaster1.xml" Id="Rf85207f6e1ea4fd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146d612ade1496d" /><Relationship Type="http://schemas.openxmlformats.org/officeDocument/2006/relationships/notesMaster" Target="/ppt/notesMasters/notesMaster1.xml" Id="Rf67619a9e7ea4112"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30ecab5bdb8a45dc" /><Relationship Type="http://schemas.openxmlformats.org/officeDocument/2006/relationships/notesMaster" Target="/ppt/notesMasters/notesMaster1.xml" Id="R8c3ea589954647a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9da579a0faa4a1e" /><Relationship Type="http://schemas.openxmlformats.org/officeDocument/2006/relationships/notesMaster" Target="/ppt/notesMasters/notesMaster1.xml" Id="Rd11f217a28b44bd7"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d72726642fa54a01" /><Relationship Type="http://schemas.openxmlformats.org/officeDocument/2006/relationships/notesMaster" Target="/ppt/notesMasters/notesMaster1.xml" Id="R718ac7dced7a41e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082985fc1354c8d" /><Relationship Type="http://schemas.openxmlformats.org/officeDocument/2006/relationships/notesMaster" Target="/ppt/notesMasters/notesMaster1.xml" Id="Rf86c238a2915431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fa53de5a973544b5" /><Relationship Type="http://schemas.openxmlformats.org/officeDocument/2006/relationships/notesMaster" Target="/ppt/notesMasters/notesMaster1.xml" Id="R7f5ebe0d32064c50"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ad29bd4ef814fa4" /><Relationship Type="http://schemas.openxmlformats.org/officeDocument/2006/relationships/notesMaster" Target="/ppt/notesMasters/notesMaster1.xml" Id="Ra77a5641dc074ab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1bc85572faa46c6" /><Relationship Type="http://schemas.openxmlformats.org/officeDocument/2006/relationships/notesMaster" Target="/ppt/notesMasters/notesMaster1.xml" Id="Rddd06bb2f4ba45c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c9ae46774e3e4802" /><Relationship Type="http://schemas.openxmlformats.org/officeDocument/2006/relationships/notesMaster" Target="/ppt/notesMasters/notesMaster1.xml" Id="R5a72039948d142bc"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b88bbb35cfeb482c" /><Relationship Type="http://schemas.openxmlformats.org/officeDocument/2006/relationships/notesMaster" Target="/ppt/notesMasters/notesMaster1.xml" Id="Rc3d82638f1264b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applies the already-demonstrated signed ER20 state without changing its window or cutoff. It preserves the return grid and prior-sign split from the preceding sections.</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 means not estimable, not no effect. At prior horizon 20 the signed state and the prior-return sign share the exact numerator. Opposite-sign branch counts also fall below 30 at nearby horizons.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runs/research_workbench/operator_hypothesis_lab/tsla_signed_er20_conditioned_grid_20260826/run_spec.csv</a:t>
            </a:r>
          </a:p>
          <a:p xmlns:a="http://schemas.openxmlformats.org/drawingml/2006/main">
            <a:r>
              <a:t>- runs/research_workbench/operator_hypothesis_lab/tsla_signed_er20_conditioned_grid_20260826/sign_asymmetry_estimability_summary.csv</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operator_hypothesis_lab/docs/TSLA_SIGNED_ER20_CONDITIONED_RETURN_GEOMETRY_2018_2023.md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DOWN-state correlations mean deeper completed declines align with stronger subsequent rebounds. At p20/f20 the mean following return is positive 5.61% and the following return is positive 61.2% of the time; this is not downside continuation.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runs/research_workbench/operator_hypothesis_lab/tsla_signed_er20_conditioned_grid_20260826/visuals/tsla_signed_er20_state_pearson_heatmaps.png</a:t>
            </a:r>
          </a:p>
          <a:p xmlns:a="http://schemas.openxmlformats.org/drawingml/2006/main">
            <a:r>
              <a:t>- runs/research_workbench/operator_hypothesis_lab/tsla_signed_er20_conditioned_grid_20260826/state_grid_statistics.csv</a:t>
            </a:r>
          </a:p>
          <a:p xmlns:a="http://schemas.openxmlformats.org/drawingml/2006/main">
            <a:r>
              <a:t>- runs/research_workbench/operator_hypothesis_lab/tsla_signed_er20_conditioned_grid_20260826/state_family_bh_pass_summary.csv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DOWN-minus-SIDEWAYS has family-level survivors. The pairwise interaction model compares OLS slopes with overlap-aware HAC; the visible values are descriptive correlation deltas.</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runs/research_workbench/operator_hypothesis_lab/tsla_signed_er20_conditioned_grid_20260826/visuals/tsla_signed_er20_state_difference_heatmaps.png</a:t>
            </a:r>
          </a:p>
          <a:p xmlns:a="http://schemas.openxmlformats.org/drawingml/2006/main">
            <a:r>
              <a:t>- runs/research_workbench/operator_hypothesis_lab/tsla_signed_er20_conditioned_grid_20260826/state_pair_comparison_statistics.csv</a:t>
            </a:r>
          </a:p>
          <a:p xmlns:a="http://schemas.openxmlformats.org/drawingml/2006/main">
            <a:r>
              <a:t>- runs/research_workbench/operator_hypothesis_lab/tsla_signed_er20_conditioned_grid_20260826/state_comparison_family_bh_pass_summary.csv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DOWN p5/f20, negative-prior Pearson is -0.341 and positive-prior Pearson is +0.471. Both branches have positive mean following returns; the interaction is a slope difference, not a realized-return spread.</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runs/research_workbench/operator_hypothesis_lab/tsla_signed_er20_conditioned_grid_20260826/sign_asymmetry_estimability_summary.csv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main selection-geometry safeguard. Red outlines mean fewer than 30 observations in the smaller sign branch. These cells are excluded from direct sign-interaction estimation and BH correction.</a:t>
            </a:r>
          </a:p>
          <a:p xmlns:a="http://schemas.openxmlformats.org/drawingml/2006/main">
            <a:r>
              <a:t/>
            </a:r>
          </a:p>
          <a:p xmlns:a="http://schemas.openxmlformats.org/drawingml/2006/main">
            <a:r>
              <a:t>[Sources]</a:t>
            </a:r>
          </a:p>
          <a:p xmlns:a="http://schemas.openxmlformats.org/drawingml/2006/main">
            <a:r>
              <a:t>- runs/research_workbench/operator_hypothesis_lab/tsla_signed_er20_conditioned_grid_20260826/visuals/tsla_signed_er20_prior_sign_minimum_n_heatmaps.png</a:t>
            </a:r>
          </a:p>
          <a:p xmlns:a="http://schemas.openxmlformats.org/drawingml/2006/main">
            <a:r>
              <a:t>- runs/research_workbench/operator_hypothesis_lab/tsla_signed_er20_conditioned_grid_20260826/state_prior_sign_asymmetry_statistics.csv</a:t>
            </a:r>
          </a:p>
          <a:p xmlns:a="http://schemas.openxmlformats.org/drawingml/2006/main">
            <a:r>
              <a:t>- runs/research_workbench/operator_hypothesis_lab/tsla_signed_er20_conditioned_grid_20260826/grid_checks.csv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successful descriptive filter application. The unexpected result is rebound geometry inside trending-down paths, not continuation inside trending-up paths. The next gate is a frozen workflow template and predeclared asset transport, not parameter tuning.</a:t>
            </a:r>
          </a:p>
          <a:p xmlns:a="http://schemas.openxmlformats.org/drawingml/2006/main">
            <a:r>
              <a:t/>
            </a:r>
          </a:p>
          <a:p xmlns:a="http://schemas.openxmlformats.org/drawingml/2006/main">
            <a:r>
              <a:t>[Sources]</a:t>
            </a:r>
          </a:p>
          <a:p xmlns:a="http://schemas.openxmlformats.org/drawingml/2006/main">
            <a:r>
              <a:t>- operator_hypothesis_lab/docs/TSLA_SIGNED_ER20_CONDITIONED_RETURN_GEOMETRY_2018_2023.md</a:t>
            </a:r>
          </a:p>
          <a:p xmlns:a="http://schemas.openxmlformats.org/drawingml/2006/main">
            <a:r>
              <a:t>- runs/research_workbench/operator_hypothesis_lab/tsla_signed_er20_conditioned_grid_20260826/global_bh_pass_summary.csv</a:t>
            </a:r>
          </a:p>
          <a:p xmlns:a="http://schemas.openxmlformats.org/drawingml/2006/main">
            <a:r>
              <a:t>- runs/research_workbench/operator_hypothesis_lab/tsla_signed_er20_conditioned_grid_20260826/grid_checks.csv</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answers the sequencing question by transporting the frozen TSLA microscope before adding 6–9-session horizons. The aim is morphology, not a strategy or performance claim.</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runs/research_workbench/operator_hypothesis_lab/own_asset_return_geometry_atlas_20260826/run_spec.csv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and inferential cells were fixed before examining cross-asset outcomes. Complete grids are descriptive; formal inference is limited to seven TSLA-discovered comparisons.</a:t>
            </a:r>
          </a:p>
          <a:p xmlns:a="http://schemas.openxmlformats.org/drawingml/2006/main">
            <a:r>
              <a:t/>
            </a:r>
          </a:p>
          <a:p xmlns:a="http://schemas.openxmlformats.org/drawingml/2006/main">
            <a:r>
              <a:t>[Sources]</a:t>
            </a:r>
          </a:p>
          <a:p xmlns:a="http://schemas.openxmlformats.org/drawingml/2006/main">
            <a:r>
              <a:t>- operator_hypothesis_lab/registries/own_asset_return_geometry_atlas.csv</a:t>
            </a:r>
          </a:p>
          <a:p xmlns:a="http://schemas.openxmlformats.org/drawingml/2006/main">
            <a:r>
              <a:t>- runs/research_workbench/operator_hypothesis_lab/own_asset_return_geometry_atlas_20260826/run_spec.csv</a:t>
            </a:r>
          </a:p>
          <a:p xmlns:a="http://schemas.openxmlformats.org/drawingml/2006/main">
            <a:r>
              <a:t>- runs/research_workbench/operator_hypothesis_lab/own_asset_return_geometry_atlas_20260826/atlas_checks.csv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direction of the TSLA finding repeats in 23 of 29 transport assets. This is breadth evidence for the morphology, not a trading rule.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runs/research_workbench/operator_hypothesis_lab/own_asset_return_geometry_atlas_20260826/visuals/signed_er20_down_p20_f20_asset_effects.png</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runs/research_workbench/operator_hypothesis_lab/own_asset_return_geometry_atlas_20260826/frozen_replication_inference.csv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cross-asset median surface shows a broad long-prior, long-following negative island. That argues against a cell-specific accident and points to the 15–25-session neighborhood if later refinement is authorized.</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runs/research_workbench/operator_hypothesis_lab/own_asset_return_geometry_atlas_20260826/visuals/signed_er20_down_equal_asset_median_heatmap.png</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effect is not confined to operator favorites or high-beta equities. All six behavior groups have negative median correlation at the frozen DOWN p20/f20 cell.</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runs/research_workbench/operator_hypothesis_lab/own_asset_return_geometry_atlas_20260826/visuals/frozen_replication_group_breadth.png</a:t>
            </a:r>
          </a:p>
          <a:p xmlns:a="http://schemas.openxmlformats.org/drawingml/2006/main">
            <a:r>
              <a:t>- runs/research_workbench/operator_hypothesis_lab/own_asset_return_geometry_atlas_20260826/frozen_replication_group_summary.csv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contact sheet is a morphology check. It shows recurring long-horizon rebound geometry without pretending every asset has the same map or effect size.</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runs/research_workbench/operator_hypothesis_lab/own_asset_return_geometry_atlas_20260826/visuals/signed_er20_down_asset_heatmap_atlas.png</a:t>
            </a:r>
          </a:p>
          <a:p xmlns:a="http://schemas.openxmlformats.org/drawingml/2006/main">
            <a:r>
              <a:t>- runs/research_workbench/operator_hypothesis_lab/own_asset_return_geometry_atlas_20260826/asset_state_grid_cells.csv</a:t>
            </a:r>
          </a:p>
          <a:p xmlns:a="http://schemas.openxmlformats.org/drawingml/2006/main">
            <a:r>
              <a:t>- runs/research_workbench/operator_hypothesis_lab/own_asset_return_geometry_atlas_20260826/asset_map_similarity_to_tsla.csv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separates the robust descriptive shape from the TSLA-local wrinkle. The DOWN-state long-horizon rebound transports; the unfiltered 1x1 sign kink does not.</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runs/research_workbench/operator_hypothesis_lab/own_asset_return_geometry_atlas_20260826/frozen_replication_summary.csv</a:t>
            </a:r>
          </a:p>
          <a:p xmlns:a="http://schemas.openxmlformats.org/drawingml/2006/main">
            <a:r>
              <a:t>- runs/research_workbench/operator_hypothesis_lab/own_asset_return_geometry_atlas_20260826/frozen_replication_group_summary.csv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 strengthens the case that the morphology is real in-sample, but it does not resolve shared-path conditioning, same-date dependence, later-time stability, or realizable returns.</a:t>
            </a:r>
          </a:p>
          <a:p xmlns:a="http://schemas.openxmlformats.org/drawingml/2006/main">
            <a:r>
              <a:t/>
            </a:r>
          </a:p>
          <a:p xmlns:a="http://schemas.openxmlformats.org/drawingml/2006/main">
            <a:r>
              <a:t>[Sources]</a:t>
            </a:r>
          </a:p>
          <a:p xmlns:a="http://schemas.openxmlformats.org/drawingml/2006/main">
            <a:r>
              <a:t>- runs/research_workbench/operator_hypothesis_lab/own_asset_return_geometry_atlas_20260826/report.md</a:t>
            </a:r>
          </a:p>
          <a:p xmlns:a="http://schemas.openxmlformats.org/drawingml/2006/main">
            <a:r>
              <a:t>- runs/research_workbench/operator_hypothesis_lab/own_asset_return_geometry_atlas_20260826/tsla_parity_checks.csv</a:t>
            </a:r>
          </a:p>
          <a:p xmlns:a="http://schemas.openxmlformats.org/drawingml/2006/main">
            <a:r>
              <a:t>- operator_hypothesis_lab/docs/OWN_ASSET_RETURN_GEOMETRY_ATLAS_2018_2023.md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 gives no special reason to add 6–9-session horizons. If the operator opens refinement, the evidence-backed target is the broad 15–25-session neighborhood, ideally with a frozen later-time increment before strategy work.</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runs/research_workbench/operator_hypothesis_lab/own_asset_return_geometry_atlas_20260826/equal_asset_cell_summary.csv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frozen atlas can be read as a behavioral microscope. Prior-return sign and the within-branch slope define four archetypes, while the existing state filters change which archetype is most prevalent.</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runs/research_workbench/operator_hypothesis_lab/return_geometry_behavior_catalog_20260826/report.md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grammar prevents the investigation from repeatedly renaming whichever cell looks interesting. A positive slope means continuation within that sign branch; a negative slope means reversal within that branch.</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runs/research_workbench/operator_hypothesis_lab/return_geometry_behavior_catalog_20260826/visuals/behavior_archetype_grammar.png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supported cell requires at least 20 estimable assets and at least 60 percent same-sign breadth. These are post-hoc display rules for cataloging the inspected atlas, not inferential thresholds.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runs/research_workbench/operator_hypothesis_lab/return_geometry_behavior_catalog_20260826/visuals/behavior_state_catalog.png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classical momentum-like branch is visible, but not where a simple trending-up intuition would put it. It clusters most strongly in path-sideways observations and more modestly in low ATR percent; the signed-up state instead leans toward gain exhaustion.</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runs/research_workbench/operator_hypothesis_lab/return_geometry_behavior_catalog_20260826/visuals/gain_continuation_state_heatmaps.png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atlas-wide catalog dims the spotlight on one TSLA-discovered cell. Loss rebound is a broad family of geometry across several states, although signed-down maps retain structural blanks where conditioning and prior sign cannot coexist.</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runs/research_workbench/operator_hypothesis_lab/return_geometry_behavior_catalog_20260826/visuals/loss_rebound_state_heatmaps.png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Information diffusion, extension, overshoot, liquidity relief, volatility normalization, and forced deleveraging are candidate mechanisms only. Shared-path selection, overlap, drift, and common shocks remain competing explanations.</a:t>
            </a:r>
          </a:p>
          <a:p xmlns:a="http://schemas.openxmlformats.org/drawingml/2006/main">
            <a:r>
              <a:t/>
            </a:r>
          </a:p>
          <a:p xmlns:a="http://schemas.openxmlformats.org/drawingml/2006/main">
            <a:r>
              <a:t>[Sources]</a:t>
            </a:r>
          </a:p>
          <a:p xmlns:a="http://schemas.openxmlformats.org/drawingml/2006/main">
            <a:r>
              <a:t>- runs/research_workbench/operator_hypothesis_lab/return_geometry_behavior_catalog_20260826/visuals/behavior_mechanism_theses.png</a:t>
            </a:r>
          </a:p>
          <a:p xmlns:a="http://schemas.openxmlformats.org/drawingml/2006/main">
            <a:r>
              <a:t>- runs/research_workbench/operator_hypothesis_lab/return_geometry_behavior_catalog_20260826/behavior_catalog_state_summary.csv</a:t>
            </a:r>
          </a:p>
          <a:p xmlns:a="http://schemas.openxmlformats.org/drawingml/2006/main">
            <a:r>
              <a:t>- runs/research_workbench/operator_hypothesis_lab/own_asset_return_geometry_atlas_20260826/asset_prior_sign_cells.csv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catalog is a naming and discrimination layer. It earns clearer hypothesis generation, not a strategy. Any next confirmation should predeclare one archetype, one state, and one horizon neighborhood rather than search the complete atlas again.</a:t>
            </a:r>
          </a:p>
          <a:p xmlns:a="http://schemas.openxmlformats.org/drawingml/2006/main">
            <a:r>
              <a:t/>
            </a:r>
          </a:p>
          <a:p xmlns:a="http://schemas.openxmlformats.org/drawingml/2006/main">
            <a:r>
              <a:t>[Sources]</a:t>
            </a:r>
          </a:p>
          <a:p xmlns:a="http://schemas.openxmlformats.org/drawingml/2006/main">
            <a:r>
              <a:t>- operator_hypothesis_lab/docs/OWN_ASSET_RETURN_GEOMETRY_ATLAS_2018_2023.md</a:t>
            </a:r>
          </a:p>
          <a:p xmlns:a="http://schemas.openxmlformats.org/drawingml/2006/main">
            <a:r>
              <a:t>- operator_hypothesis_lab/docs/OWN_ASSET_RETURN_GEOMETRY_WORKFLOW_ROADMAP.md</a:t>
            </a:r>
          </a:p>
          <a:p xmlns:a="http://schemas.openxmlformats.org/drawingml/2006/main">
            <a:r>
              <a:t>- runs/research_workbench/operator_hypothesis_lab/return_geometry_behavior_catalog_20260826/behavior_catalog_state_summary.csv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e4f0a688034d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38b3eacbaf4738" /><Relationship Type="http://schemas.openxmlformats.org/officeDocument/2006/relationships/slideLayout" Target="/ppt/slideLayouts/slideLayout1.xml" Id="R5d31107ca15b4d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31107ca15b4d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490de1b3e84f3f" /><Relationship Type="http://schemas.openxmlformats.org/officeDocument/2006/relationships/notesSlide" Target="/ppt/notesSlides/notesSlide1.xml" Id="R605f5cab9b7a41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90c3ee4532457e" /><Relationship Type="http://schemas.openxmlformats.org/officeDocument/2006/relationships/notesSlide" Target="/ppt/notesSlides/notesSlide2.xml" Id="Re01f59965a4c44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5b7300b163e4bf6" /><Relationship Type="http://schemas.openxmlformats.org/officeDocument/2006/relationships/notesSlide" Target="/ppt/notesSlides/notesSlide3.xml" Id="R4f508f357256401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3b444e506ce4ba4" /><Relationship Type="http://schemas.openxmlformats.org/officeDocument/2006/relationships/image" Target="/ppt/media/image.png" Id="R2ac77d656b62401b" /><Relationship Type="http://schemas.openxmlformats.org/officeDocument/2006/relationships/notesSlide" Target="/ppt/notesSlides/notesSlide4.xml" Id="Rb3b6d929c75b4a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759171c61364b7c" /><Relationship Type="http://schemas.openxmlformats.org/officeDocument/2006/relationships/image" Target="/ppt/media/image2.png" Id="R918d7c9edf694fe8" /><Relationship Type="http://schemas.openxmlformats.org/officeDocument/2006/relationships/notesSlide" Target="/ppt/notesSlides/notesSlide5.xml" Id="Rd745e940d8bb41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1164d2ca1074d6e" /><Relationship Type="http://schemas.openxmlformats.org/officeDocument/2006/relationships/notesSlide" Target="/ppt/notesSlides/notesSlide6.xml" Id="R075816beed7a48e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3827e00d044812" /><Relationship Type="http://schemas.openxmlformats.org/officeDocument/2006/relationships/image" Target="/ppt/media/image3.png" Id="Rf257b5facc354560" /><Relationship Type="http://schemas.openxmlformats.org/officeDocument/2006/relationships/notesSlide" Target="/ppt/notesSlides/notesSlide7.xml" Id="R581fbc86ccb14d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ad57e60f9f6404e" /><Relationship Type="http://schemas.openxmlformats.org/officeDocument/2006/relationships/image" Target="/ppt/media/image4.png" Id="Ra53b2e5448064fa7" /><Relationship Type="http://schemas.openxmlformats.org/officeDocument/2006/relationships/notesSlide" Target="/ppt/notesSlides/notesSlide8.xml" Id="R0ecf0c36fe8944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d24019bf31e4109" /><Relationship Type="http://schemas.openxmlformats.org/officeDocument/2006/relationships/image" Target="/ppt/media/image5.png" Id="R5f15615d92dd4c3b" /><Relationship Type="http://schemas.openxmlformats.org/officeDocument/2006/relationships/notesSlide" Target="/ppt/notesSlides/notesSlide9.xml" Id="R54221b5cb69840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f2af3f54f79427c" /><Relationship Type="http://schemas.openxmlformats.org/officeDocument/2006/relationships/image" Target="/ppt/media/image6.png" Id="Ra9c58b983625463b" /><Relationship Type="http://schemas.openxmlformats.org/officeDocument/2006/relationships/notesSlide" Target="/ppt/notesSlides/notesSlide10.xml" Id="R14eef976f99d43b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617e90047224bb0" /><Relationship Type="http://schemas.openxmlformats.org/officeDocument/2006/relationships/notesSlide" Target="/ppt/notesSlides/notesSlide11.xml" Id="Rf589bff44cd84e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5af25ed06c4d9f" /><Relationship Type="http://schemas.openxmlformats.org/officeDocument/2006/relationships/notesSlide" Target="/ppt/notesSlides/notesSlide12.xml" Id="R2605b81811924a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e9199e0e62849d1" /><Relationship Type="http://schemas.openxmlformats.org/officeDocument/2006/relationships/notesSlide" Target="/ppt/notesSlides/notesSlide13.xml" Id="R993e471a877b4a7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ed325ccfae74e50" /><Relationship Type="http://schemas.openxmlformats.org/officeDocument/2006/relationships/image" Target="/ppt/media/image7.png" Id="R045e62ea59434d1e" /><Relationship Type="http://schemas.openxmlformats.org/officeDocument/2006/relationships/notesSlide" Target="/ppt/notesSlides/notesSlide14.xml" Id="R1d0de5cb7269405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d03f6dda00646d2" /><Relationship Type="http://schemas.openxmlformats.org/officeDocument/2006/relationships/image" Target="/ppt/media/image8.png" Id="R3eecb1dc737744f7" /><Relationship Type="http://schemas.openxmlformats.org/officeDocument/2006/relationships/notesSlide" Target="/ppt/notesSlides/notesSlide15.xml" Id="Rcac407ab28f7463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a0016152331448b" /><Relationship Type="http://schemas.openxmlformats.org/officeDocument/2006/relationships/image" Target="/ppt/media/image9.png" Id="R5895396dece84095" /><Relationship Type="http://schemas.openxmlformats.org/officeDocument/2006/relationships/notesSlide" Target="/ppt/notesSlides/notesSlide16.xml" Id="Ra8b5b39f3f3f401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731029011a842f8" /><Relationship Type="http://schemas.openxmlformats.org/officeDocument/2006/relationships/notesSlide" Target="/ppt/notesSlides/notesSlide17.xml" Id="R75716485d6de48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01bd2731ef045cf" /><Relationship Type="http://schemas.openxmlformats.org/officeDocument/2006/relationships/notesSlide" Target="/ppt/notesSlides/notesSlide18.xml" Id="Rd33813702e48451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6d34a9583584311" /><Relationship Type="http://schemas.openxmlformats.org/officeDocument/2006/relationships/notesSlide" Target="/ppt/notesSlides/notesSlide19.xml" Id="R3d4217b4ab3d40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4da89e5b8d4f79" /><Relationship Type="http://schemas.openxmlformats.org/officeDocument/2006/relationships/image" Target="/ppt/media/image10.png" Id="Rbf2f4155c51f4997" /><Relationship Type="http://schemas.openxmlformats.org/officeDocument/2006/relationships/notesSlide" Target="/ppt/notesSlides/notesSlide20.xml" Id="Ra437df2abaf84f1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5f79adf5ce84aef" /><Relationship Type="http://schemas.openxmlformats.org/officeDocument/2006/relationships/image" Target="/ppt/media/image11.png" Id="R69db97e00de940a1" /><Relationship Type="http://schemas.openxmlformats.org/officeDocument/2006/relationships/notesSlide" Target="/ppt/notesSlides/notesSlide21.xml" Id="R344019fbaf4c48a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222664919f014fea" /><Relationship Type="http://schemas.openxmlformats.org/officeDocument/2006/relationships/image" Target="/ppt/media/image12.png" Id="R2f0b76e1d4a64969" /><Relationship Type="http://schemas.openxmlformats.org/officeDocument/2006/relationships/notesSlide" Target="/ppt/notesSlides/notesSlide22.xml" Id="R5ea4ecc9155247d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c5c0724176f454c" /><Relationship Type="http://schemas.openxmlformats.org/officeDocument/2006/relationships/notesSlide" Target="/ppt/notesSlides/notesSlide23.xml" Id="R39b46f70eb564ed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04bf42322804b22" /><Relationship Type="http://schemas.openxmlformats.org/officeDocument/2006/relationships/notesSlide" Target="/ppt/notesSlides/notesSlide24.xml" Id="R6d9904d375244a5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35fdceadd074244" /><Relationship Type="http://schemas.openxmlformats.org/officeDocument/2006/relationships/notesSlide" Target="/ppt/notesSlides/notesSlide25.xml" Id="Rd1e5cf09dc004dd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6e96403554d4ee0" /><Relationship Type="http://schemas.openxmlformats.org/officeDocument/2006/relationships/image" Target="/ppt/media/image13.png" Id="R43c812a0de7a4180" /><Relationship Type="http://schemas.openxmlformats.org/officeDocument/2006/relationships/notesSlide" Target="/ppt/notesSlides/notesSlide26.xml" Id="R8ee83e1cb97b4ba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38d9fdbf98e4556" /><Relationship Type="http://schemas.openxmlformats.org/officeDocument/2006/relationships/image" Target="/ppt/media/image14.png" Id="R37d228e2cd044c3a" /><Relationship Type="http://schemas.openxmlformats.org/officeDocument/2006/relationships/notesSlide" Target="/ppt/notesSlides/notesSlide27.xml" Id="R91c9ac5305df4d2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fa2c74928644765" /><Relationship Type="http://schemas.openxmlformats.org/officeDocument/2006/relationships/image" Target="/ppt/media/image15.png" Id="R44ad27b1b9c94589" /><Relationship Type="http://schemas.openxmlformats.org/officeDocument/2006/relationships/notesSlide" Target="/ppt/notesSlides/notesSlide28.xml" Id="R7f4382a9a49349b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ab8270de6164275" /><Relationship Type="http://schemas.openxmlformats.org/officeDocument/2006/relationships/image" Target="/ppt/media/image16.png" Id="R4d7675ac8b5947ff" /><Relationship Type="http://schemas.openxmlformats.org/officeDocument/2006/relationships/notesSlide" Target="/ppt/notesSlides/notesSlide29.xml" Id="R1546c680ea654f2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5db6f1632b54381" /><Relationship Type="http://schemas.openxmlformats.org/officeDocument/2006/relationships/image" Target="/ppt/media/image17.png" Id="R97a06cb7fa4d4e2d" /><Relationship Type="http://schemas.openxmlformats.org/officeDocument/2006/relationships/notesSlide" Target="/ppt/notesSlides/notesSlide30.xml" Id="Rb39d5e10902d43c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2285977ae6d4dbd" /><Relationship Type="http://schemas.openxmlformats.org/officeDocument/2006/relationships/notesSlide" Target="/ppt/notesSlides/notesSlide31.xml" Id="Rca51d06b7ca84e0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1e9f312039f64176" /><Relationship Type="http://schemas.openxmlformats.org/officeDocument/2006/relationships/notesSlide" Target="/ppt/notesSlides/notesSlide32.xml" Id="R5204edb7e9c94da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faec60f5fc54b96" /><Relationship Type="http://schemas.openxmlformats.org/officeDocument/2006/relationships/notesSlide" Target="/ppt/notesSlides/notesSlide33.xml" Id="R3e2d54a842a64ef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2e135bdffa344f8" /><Relationship Type="http://schemas.openxmlformats.org/officeDocument/2006/relationships/image" Target="/ppt/media/image18.png" Id="R215bfa91168f4940" /><Relationship Type="http://schemas.openxmlformats.org/officeDocument/2006/relationships/image" Target="/ppt/media/image19.png" Id="Rd477525e51e1494a" /><Relationship Type="http://schemas.openxmlformats.org/officeDocument/2006/relationships/notesSlide" Target="/ppt/notesSlides/notesSlide34.xml" Id="R44dc9ed004d4468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92f6c19f26b41e1" /><Relationship Type="http://schemas.openxmlformats.org/officeDocument/2006/relationships/image" Target="/ppt/media/image20.png" Id="R307e89df469c436f" /><Relationship Type="http://schemas.openxmlformats.org/officeDocument/2006/relationships/image" Target="/ppt/media/image21.png" Id="Rd15ca9a4bf2c4c20" /><Relationship Type="http://schemas.openxmlformats.org/officeDocument/2006/relationships/notesSlide" Target="/ppt/notesSlides/notesSlide35.xml" Id="R635ee893e65a4b9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cb9324e3eb946f0" /><Relationship Type="http://schemas.openxmlformats.org/officeDocument/2006/relationships/image" Target="/ppt/media/image22.png" Id="Re0e9957f4cfd4919" /><Relationship Type="http://schemas.openxmlformats.org/officeDocument/2006/relationships/image" Target="/ppt/media/image23.png" Id="Rca33219eed654a55" /><Relationship Type="http://schemas.openxmlformats.org/officeDocument/2006/relationships/notesSlide" Target="/ppt/notesSlides/notesSlide36.xml" Id="R860e39f37e044be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e1d6d451ff44fe5" /><Relationship Type="http://schemas.openxmlformats.org/officeDocument/2006/relationships/image" Target="/ppt/media/image24.png" Id="Rfa17403509d843e8" /><Relationship Type="http://schemas.openxmlformats.org/officeDocument/2006/relationships/image" Target="/ppt/media/image25.png" Id="Rb46be56cf1bf40b6" /><Relationship Type="http://schemas.openxmlformats.org/officeDocument/2006/relationships/notesSlide" Target="/ppt/notesSlides/notesSlide37.xml" Id="Re77ab38b55f54c8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43f85e7f2084575" /><Relationship Type="http://schemas.openxmlformats.org/officeDocument/2006/relationships/image" Target="/ppt/media/image26.png" Id="R2b1e3ebdc67b4ca8" /><Relationship Type="http://schemas.openxmlformats.org/officeDocument/2006/relationships/image" Target="/ppt/media/image27.png" Id="R2b2a102c4b5a4ee5" /><Relationship Type="http://schemas.openxmlformats.org/officeDocument/2006/relationships/notesSlide" Target="/ppt/notesSlides/notesSlide38.xml" Id="Rbae1f2cfb2b7460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fb1c063190ac484e" /><Relationship Type="http://schemas.openxmlformats.org/officeDocument/2006/relationships/notesSlide" Target="/ppt/notesSlides/notesSlide39.xml" Id="R154b074884c7438b"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9b9e2cb988274b36" /><Relationship Type="http://schemas.openxmlformats.org/officeDocument/2006/relationships/notesSlide" Target="/ppt/notesSlides/notesSlide40.xml" Id="R1ee4a16de03a47e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bd8fb4a4fe046d5" /><Relationship Type="http://schemas.openxmlformats.org/officeDocument/2006/relationships/notesSlide" Target="/ppt/notesSlides/notesSlide41.xml" Id="R4ddeca8d14b2455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f0493c3e83e45c1" /><Relationship Type="http://schemas.openxmlformats.org/officeDocument/2006/relationships/image" Target="/ppt/media/image18.png" Id="R797a5d22e9a94db7" /><Relationship Type="http://schemas.openxmlformats.org/officeDocument/2006/relationships/image" Target="/ppt/media/image28.png" Id="R494bd180615847ea" /><Relationship Type="http://schemas.openxmlformats.org/officeDocument/2006/relationships/notesSlide" Target="/ppt/notesSlides/notesSlide42.xml" Id="Ra995a18f424943c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31f0e6e1c4444ad" /><Relationship Type="http://schemas.openxmlformats.org/officeDocument/2006/relationships/image" Target="/ppt/media/image20.png" Id="R1841957e30814fbe" /><Relationship Type="http://schemas.openxmlformats.org/officeDocument/2006/relationships/image" Target="/ppt/media/image29.png" Id="Rdc2b1007eae7432b" /><Relationship Type="http://schemas.openxmlformats.org/officeDocument/2006/relationships/notesSlide" Target="/ppt/notesSlides/notesSlide43.xml" Id="R32ad33b6546344a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af6c68fd12bf4177" /><Relationship Type="http://schemas.openxmlformats.org/officeDocument/2006/relationships/image" Target="/ppt/media/image22.png" Id="R73aed95db5744cd2" /><Relationship Type="http://schemas.openxmlformats.org/officeDocument/2006/relationships/image" Target="/ppt/media/image30.png" Id="Rd2bae067bf4a4dc8" /><Relationship Type="http://schemas.openxmlformats.org/officeDocument/2006/relationships/notesSlide" Target="/ppt/notesSlides/notesSlide44.xml" Id="R0130642fdf534e0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cba7f6f06fb4ecb" /><Relationship Type="http://schemas.openxmlformats.org/officeDocument/2006/relationships/image" Target="/ppt/media/image24.png" Id="R7106f32180054a87" /><Relationship Type="http://schemas.openxmlformats.org/officeDocument/2006/relationships/image" Target="/ppt/media/image31.png" Id="R5c310b85304749f1" /><Relationship Type="http://schemas.openxmlformats.org/officeDocument/2006/relationships/notesSlide" Target="/ppt/notesSlides/notesSlide45.xml" Id="R66ed9089d7834b3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7d172a33f23433e" /><Relationship Type="http://schemas.openxmlformats.org/officeDocument/2006/relationships/image" Target="/ppt/media/image26.png" Id="R126451f2ab044427" /><Relationship Type="http://schemas.openxmlformats.org/officeDocument/2006/relationships/image" Target="/ppt/media/image32.png" Id="R7ba20ef47ac74ec7" /><Relationship Type="http://schemas.openxmlformats.org/officeDocument/2006/relationships/notesSlide" Target="/ppt/notesSlides/notesSlide46.xml" Id="R3581e95680684c2c"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370e4e87edb43bf" /><Relationship Type="http://schemas.openxmlformats.org/officeDocument/2006/relationships/notesSlide" Target="/ppt/notesSlides/notesSlide47.xml" Id="Rdc9f9bcd83f546f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0eefe103ed9040ec" /><Relationship Type="http://schemas.openxmlformats.org/officeDocument/2006/relationships/notesSlide" Target="/ppt/notesSlides/notesSlide48.xml" Id="Rb05c9bbc131648a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4c30fefd9cfc4a05" /><Relationship Type="http://schemas.openxmlformats.org/officeDocument/2006/relationships/notesSlide" Target="/ppt/notesSlides/notesSlide49.xml" Id="R27e3fb8f5de2432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0dd3c7a44ee746f5" /><Relationship Type="http://schemas.openxmlformats.org/officeDocument/2006/relationships/image" Target="/ppt/media/image20.png" Id="R0ff9e68901e74a46" /><Relationship Type="http://schemas.openxmlformats.org/officeDocument/2006/relationships/image" Target="/ppt/media/image33.png" Id="Rfd7eed9d7ea74f5a" /><Relationship Type="http://schemas.openxmlformats.org/officeDocument/2006/relationships/notesSlide" Target="/ppt/notesSlides/notesSlide50.xml" Id="R03efd08d79bb4db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aa6d75986b94722" /><Relationship Type="http://schemas.openxmlformats.org/officeDocument/2006/relationships/image" Target="/ppt/media/image20.png" Id="R76a21b65278d4bad" /><Relationship Type="http://schemas.openxmlformats.org/officeDocument/2006/relationships/image" Target="/ppt/media/image34.png" Id="R8199b1643c0645f5" /><Relationship Type="http://schemas.openxmlformats.org/officeDocument/2006/relationships/notesSlide" Target="/ppt/notesSlides/notesSlide51.xml" Id="R5ea566b5e855465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00c724cf77b42ef" /><Relationship Type="http://schemas.openxmlformats.org/officeDocument/2006/relationships/image" Target="/ppt/media/image26.png" Id="R574c7af4d75e4ec3" /><Relationship Type="http://schemas.openxmlformats.org/officeDocument/2006/relationships/image" Target="/ppt/media/image35.png" Id="R337679af0b0c4881" /><Relationship Type="http://schemas.openxmlformats.org/officeDocument/2006/relationships/notesSlide" Target="/ppt/notesSlides/notesSlide52.xml" Id="R8fb0a9af84fd47c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91329c4adf854e21" /><Relationship Type="http://schemas.openxmlformats.org/officeDocument/2006/relationships/image" Target="/ppt/media/image7.png" Id="R1a55b7ea65654cd3" /><Relationship Type="http://schemas.openxmlformats.org/officeDocument/2006/relationships/image" Target="/ppt/media/image36.png" Id="Ra7ea0313eaf7475a" /><Relationship Type="http://schemas.openxmlformats.org/officeDocument/2006/relationships/notesSlide" Target="/ppt/notesSlides/notesSlide53.xml" Id="R45953cac34e3440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f205e39505a4d42" /><Relationship Type="http://schemas.openxmlformats.org/officeDocument/2006/relationships/notesSlide" Target="/ppt/notesSlides/notesSlide54.xml" Id="Rf9748d35a3cf443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24f7cccfd84415a" /><Relationship Type="http://schemas.openxmlformats.org/officeDocument/2006/relationships/notesSlide" Target="/ppt/notesSlides/notesSlide55.xml" Id="Rb50a6c123f6f4ed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50b8307ff26449d4" /><Relationship Type="http://schemas.openxmlformats.org/officeDocument/2006/relationships/notesSlide" Target="/ppt/notesSlides/notesSlide56.xml" Id="Ra020de080a7d46f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dbe22e962c34338" /><Relationship Type="http://schemas.openxmlformats.org/officeDocument/2006/relationships/image" Target="/ppt/media/image37.png" Id="R40801ece6adf4b22" /><Relationship Type="http://schemas.openxmlformats.org/officeDocument/2006/relationships/image" Target="/ppt/media/image38.png" Id="Recce2b944aa84c33" /><Relationship Type="http://schemas.openxmlformats.org/officeDocument/2006/relationships/notesSlide" Target="/ppt/notesSlides/notesSlide57.xml" Id="Ra94c6142064e481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eda5bb040114f36" /><Relationship Type="http://schemas.openxmlformats.org/officeDocument/2006/relationships/image" Target="/ppt/media/image7.png" Id="R5c49ffac28b34804" /><Relationship Type="http://schemas.openxmlformats.org/officeDocument/2006/relationships/image" Target="/ppt/media/image39.png" Id="Rb797a1f74113495c" /><Relationship Type="http://schemas.openxmlformats.org/officeDocument/2006/relationships/notesSlide" Target="/ppt/notesSlides/notesSlide58.xml" Id="R9f971ce8c53247d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f9f1e4eec014954" /><Relationship Type="http://schemas.openxmlformats.org/officeDocument/2006/relationships/notesSlide" Target="/ppt/notesSlides/notesSlide59.xml" Id="Rf16ea9cc8743482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dd9d993104604d6f" /><Relationship Type="http://schemas.openxmlformats.org/officeDocument/2006/relationships/image" Target="/ppt/media/image40.png" Id="R3f270e1290404347" /><Relationship Type="http://schemas.openxmlformats.org/officeDocument/2006/relationships/image" Target="/ppt/media/image41.png" Id="Rf7d8c42adba64349" /><Relationship Type="http://schemas.openxmlformats.org/officeDocument/2006/relationships/notesSlide" Target="/ppt/notesSlides/notesSlide60.xml" Id="Rf107eb67abed4ef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67989f4d2784727" /><Relationship Type="http://schemas.openxmlformats.org/officeDocument/2006/relationships/image" Target="/ppt/media/image42.png" Id="Rc1bd4e1296aa489c" /><Relationship Type="http://schemas.openxmlformats.org/officeDocument/2006/relationships/image" Target="/ppt/media/image43.png" Id="R946de6b7861249d0" /><Relationship Type="http://schemas.openxmlformats.org/officeDocument/2006/relationships/notesSlide" Target="/ppt/notesSlides/notesSlide61.xml" Id="Rd6cf19a82cac43e3"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0045137e4db4df4" /><Relationship Type="http://schemas.openxmlformats.org/officeDocument/2006/relationships/notesSlide" Target="/ppt/notesSlides/notesSlide62.xml" Id="R9104e2c0e200434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ca41e8da72a4145" /><Relationship Type="http://schemas.openxmlformats.org/officeDocument/2006/relationships/notesSlide" Target="/ppt/notesSlides/notesSlide63.xml" Id="Ra2a140aa67aa465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060ba24fb0f415f" /><Relationship Type="http://schemas.openxmlformats.org/officeDocument/2006/relationships/notesSlide" Target="/ppt/notesSlides/notesSlide64.xml" Id="R862444b002b346d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91dc7b816c84174" /><Relationship Type="http://schemas.openxmlformats.org/officeDocument/2006/relationships/image" Target="/ppt/media/image44.png" Id="R9eb80f8b7a064004" /><Relationship Type="http://schemas.openxmlformats.org/officeDocument/2006/relationships/notesSlide" Target="/ppt/notesSlides/notesSlide65.xml" Id="Re2c79521c04e468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34cb26ab231414e" /><Relationship Type="http://schemas.openxmlformats.org/officeDocument/2006/relationships/notesSlide" Target="/ppt/notesSlides/notesSlide66.xml" Id="Recd7b508ad7b422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0b267b179deb4cc4" /><Relationship Type="http://schemas.openxmlformats.org/officeDocument/2006/relationships/notesSlide" Target="/ppt/notesSlides/notesSlide67.xml" Id="R0dade0fd733a4c87"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74752948367642f1" /><Relationship Type="http://schemas.openxmlformats.org/officeDocument/2006/relationships/notesSlide" Target="/ppt/notesSlides/notesSlide68.xml" Id="R5e6213b3f42649a3"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4054e0cffd7447b" /><Relationship Type="http://schemas.openxmlformats.org/officeDocument/2006/relationships/image" Target="/ppt/media/image45.png" Id="Rd60a2aa3b35940b5" /><Relationship Type="http://schemas.openxmlformats.org/officeDocument/2006/relationships/notesSlide" Target="/ppt/notesSlides/notesSlide69.xml" Id="R7300ddb4cca04c9a"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59995432bf784394" /><Relationship Type="http://schemas.openxmlformats.org/officeDocument/2006/relationships/image" Target="/ppt/media/image46.png" Id="R493ce850dbba4f78" /><Relationship Type="http://schemas.openxmlformats.org/officeDocument/2006/relationships/notesSlide" Target="/ppt/notesSlides/notesSlide70.xml" Id="Rf4b31c067abb41f7"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06e0095596740c5" /><Relationship Type="http://schemas.openxmlformats.org/officeDocument/2006/relationships/image" Target="/ppt/media/image47.png" Id="Rf80b6f50f3644317" /><Relationship Type="http://schemas.openxmlformats.org/officeDocument/2006/relationships/notesSlide" Target="/ppt/notesSlides/notesSlide71.xml" Id="Rd3e6609986734503"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d5cfaadc96db4c89" /><Relationship Type="http://schemas.openxmlformats.org/officeDocument/2006/relationships/image" Target="/ppt/media/image48.png" Id="Rc893fbc080704d27" /><Relationship Type="http://schemas.openxmlformats.org/officeDocument/2006/relationships/notesSlide" Target="/ppt/notesSlides/notesSlide72.xml" Id="R0c0a3b773383451d"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924e0d56838a4573" /><Relationship Type="http://schemas.openxmlformats.org/officeDocument/2006/relationships/notesSlide" Target="/ppt/notesSlides/notesSlide73.xml" Id="R27e6e8bcf34c4f1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ca4bd5094cd14cbb" /><Relationship Type="http://schemas.openxmlformats.org/officeDocument/2006/relationships/notesSlide" Target="/ppt/notesSlides/notesSlide74.xml" Id="Rd857a87b66e3462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3223aa4a49d4008" /><Relationship Type="http://schemas.openxmlformats.org/officeDocument/2006/relationships/notesSlide" Target="/ppt/notesSlides/notesSlide75.xml" Id="Rb5a4a897e9724d03"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395de3790b5c4713" /><Relationship Type="http://schemas.openxmlformats.org/officeDocument/2006/relationships/image" Target="/ppt/media/image49.png" Id="R4bd22d555f214003" /><Relationship Type="http://schemas.openxmlformats.org/officeDocument/2006/relationships/notesSlide" Target="/ppt/notesSlides/notesSlide76.xml" Id="R62b6e1ba6c3e406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1cbf390a4f88428d" /><Relationship Type="http://schemas.openxmlformats.org/officeDocument/2006/relationships/image" Target="/ppt/media/image50.png" Id="R15637ad1e81443a6" /><Relationship Type="http://schemas.openxmlformats.org/officeDocument/2006/relationships/notesSlide" Target="/ppt/notesSlides/notesSlide77.xml" Id="Rf9a06994dfd243be"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f14f197565e64dc9" /><Relationship Type="http://schemas.openxmlformats.org/officeDocument/2006/relationships/image" Target="/ppt/media/image51.png" Id="R63f2cf6935d948df" /><Relationship Type="http://schemas.openxmlformats.org/officeDocument/2006/relationships/notesSlide" Target="/ppt/notesSlides/notesSlide78.xml" Id="R031953513bd34e7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331d2f5dd0547a9" /><Relationship Type="http://schemas.openxmlformats.org/officeDocument/2006/relationships/image" Target="/ppt/media/image52.png" Id="R59e30e03c7ee4afd" /><Relationship Type="http://schemas.openxmlformats.org/officeDocument/2006/relationships/notesSlide" Target="/ppt/notesSlides/notesSlide79.xml" Id="R41dca583df264015"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ab0422b343054539" /><Relationship Type="http://schemas.openxmlformats.org/officeDocument/2006/relationships/notesSlide" Target="/ppt/notesSlides/notesSlide80.xml" Id="R18a94e059dd9491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bb47ebb081bc4b8f" /><Relationship Type="http://schemas.openxmlformats.org/officeDocument/2006/relationships/notesSlide" Target="/ppt/notesSlides/notesSlide81.xml" Id="Rc2441f28aca5495b"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032b7fba003d4619" /><Relationship Type="http://schemas.openxmlformats.org/officeDocument/2006/relationships/notesSlide" Target="/ppt/notesSlides/notesSlide82.xml" Id="Rceb19c8303034f5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919704ef4e4042b5" /><Relationship Type="http://schemas.openxmlformats.org/officeDocument/2006/relationships/notesSlide" Target="/ppt/notesSlides/notesSlide83.xml" Id="Rda64a1bc88e84bf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3dbe0eec1edc466f" /><Relationship Type="http://schemas.openxmlformats.org/officeDocument/2006/relationships/image" Target="/ppt/media/image53.png" Id="R88d535c4de4841fa" /><Relationship Type="http://schemas.openxmlformats.org/officeDocument/2006/relationships/notesSlide" Target="/ppt/notesSlides/notesSlide84.xml" Id="Rfc980a2abe4e437b"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ac063348f81648ac" /><Relationship Type="http://schemas.openxmlformats.org/officeDocument/2006/relationships/image" Target="/ppt/media/image54.png" Id="R6a31224316df477f" /><Relationship Type="http://schemas.openxmlformats.org/officeDocument/2006/relationships/notesSlide" Target="/ppt/notesSlides/notesSlide85.xml" Id="R3a61ec14c1864f9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59e747c18cb34dd2" /><Relationship Type="http://schemas.openxmlformats.org/officeDocument/2006/relationships/image" Target="/ppt/media/image55.png" Id="Ra4912e9a868b47ad" /><Relationship Type="http://schemas.openxmlformats.org/officeDocument/2006/relationships/notesSlide" Target="/ppt/notesSlides/notesSlide86.xml" Id="Ra2677e025ad54178"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e89c91e329644092" /><Relationship Type="http://schemas.openxmlformats.org/officeDocument/2006/relationships/image" Target="/ppt/media/image56.png" Id="R439d350f45904746" /><Relationship Type="http://schemas.openxmlformats.org/officeDocument/2006/relationships/notesSlide" Target="/ppt/notesSlides/notesSlide87.xml" Id="Rbc6b5d68fa7e45a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ea39f764d614c36" /><Relationship Type="http://schemas.openxmlformats.org/officeDocument/2006/relationships/image" Target="/ppt/media/image57.png" Id="Rb129f7d2b8e44141" /><Relationship Type="http://schemas.openxmlformats.org/officeDocument/2006/relationships/notesSlide" Target="/ppt/notesSlides/notesSlide88.xml" Id="R1aa3717673eb4e31"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78c7f25cf1de47f4" /><Relationship Type="http://schemas.openxmlformats.org/officeDocument/2006/relationships/notesSlide" Target="/ppt/notesSlides/notesSlide89.xml" Id="R55680b03c8d34e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ac77d656b62401b"/>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18d7c9edf694fe8"/>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257b5facc354560"/>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53b2e5448064fa7"/>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f15615d92dd4c3b"/>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9c58b983625463b"/>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45e62ea59434d1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3eecb1dc737744f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5895396dece84095"/>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f2f4155c51f499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9db97e00de940a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2f0b76e1d4a64969"/>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43c812a0de7a4180"/>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37d228e2cd044c3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4ad27b1b9c9458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d7675ac8b5947f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97a06cb7fa4d4e2d"/>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15bfa91168f4940"/>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d477525e51e1494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07e89df469c436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15ca9a4bf2c4c2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0e9957f4cfd491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a33219eed654a5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fa17403509d843e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46be56cf1bf40b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2b1e3ebdc67b4ca8"/>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2b2a102c4b5a4ee5"/>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97a5d22e9a94db7"/>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94bd180615847e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841957e30814fb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c2b1007eae7432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3aed95db5744cd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d2bae067bf4a4dc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106f32180054a8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c310b85304749f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126451f2ab04442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7ba20ef47ac74ec7"/>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ff9e68901e74a4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d7eed9d7ea74f5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6a21b65278d4bad"/>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199b1643c0645f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74c7af4d75e4ec3"/>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337679af0b0c488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a55b7ea65654cd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7ea0313eaf7475a"/>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0801ece6adf4b2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cce2b944aa84c3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c49ffac28b3480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797a1f74113495c"/>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f270e129040434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7d8c42adba64349"/>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1bd4e1296aa489c"/>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46de6b7861249d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eb80f8b7a06400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RETURN GEOMETRY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changes when direction meets the return grid?</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Apply the frozen three-state label to the existing 9 × 9 surface.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data, horizons, uncertainty, and sign branches. No tuning or later-period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67</a:t>
            </a:r>
          </a:p>
        </p:txBody>
      </p:sp>
    </p:spTree>
    <p:extLst>
      <p:ext uri="{BB962C8B-B14F-4D97-AF65-F5344CB8AC3E}">
        <p14:creationId xmlns:p14="http://schemas.microsoft.com/office/powerpoint/2010/main" val="8024806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partly determines prior-return sign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p=20 shares the numerator</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 p=20, prior return and signed ER20 use the same displacement. Opposite-sign trend branches cannot exist.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171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estimable sign-branch contrasts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 / SIDEWAYS / DOWN</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Grid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 prior × 9 following</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 floor</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 ≥ 30 per sign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Structural NE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1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UP-negative; DOWN-positive at p=20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Family + global BH</a:t>
            </a:r>
          </a:p>
        </p:txBody>
      </p:sp>
    </p:spTree>
    <p:extLst>
      <p:ext uri="{BB962C8B-B14F-4D97-AF65-F5344CB8AC3E}">
        <p14:creationId xmlns:p14="http://schemas.microsoft.com/office/powerpoint/2010/main" val="139728336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states reveal a broad rebound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 18/81 within-state BH passes; UP and SIDEWAYS: 0/81. Strongest p20→f20 r = −0.576.</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60a2aa3b35940b5"/>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DOWN differs sharply from SIDEWAYS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DOWN−SIDEWAYS: 24/81 pairwise BH passes; strongest correlation delta −0.551 at p20→f20.</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93ce850dbba4f78"/>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Short-prior asymmetry concentrates in DOWN states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17 DOWN interactions pass BH at prior 1–5; p5→f20 correlation delta +0.812. NE marks branch n&lt;30.</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80b6f50f364431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filter makes some sign branches unobservable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At p20, UP has no negative-prior observations and DOWN no positive-prior observations; nearby horizons are sparse.</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893fbc080704d27"/>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exposes rebound—not trend continuation</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AGGREGATE</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island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18/81 BH; p20→f20 r −0.576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BRANCH KINK</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short-prior slope split</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17 BH; p5→f20 delta r +0.812</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DEPENDENCE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Filter and predictor share the path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p20 opposite-sign branches are structurally empty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904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the DOWN-rebound shape for cross-asset transport—no tuning and no trading rule.</a:t>
            </a:r>
          </a:p>
        </p:txBody>
      </p:sp>
    </p:spTree>
    <p:extLst>
      <p:ext uri="{BB962C8B-B14F-4D97-AF65-F5344CB8AC3E}">
        <p14:creationId xmlns:p14="http://schemas.microsoft.com/office/powerpoint/2010/main" val="66653628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TRANSPORT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TSLA rebound shape survive transport?</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Run the same signed-ER20 microscope across a predeclared 30-asset atlas.</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Atlas first. Finer horizons wait until cross-asset morphology gives us a reason to zoom.</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74</a:t>
            </a:r>
          </a:p>
        </p:txBody>
      </p:sp>
    </p:spTree>
    <p:extLst>
      <p:ext uri="{BB962C8B-B14F-4D97-AF65-F5344CB8AC3E}">
        <p14:creationId xmlns:p14="http://schemas.microsoft.com/office/powerpoint/2010/main" val="802480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88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Atlas first—transport the frozen microscope unchanged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30 assets / 6 behavior groups</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basket spans high-beta names, mature growth, cyclicals, defensives, equity ETFs, and non-equity proxies.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non-TSLA transport assets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Frozen transport contract</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Adjusted daily, 2018–2023</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1,2,3,4,5,10,15,20,25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Conditioning</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ER20 + ATR%</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Frozen cells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7 TSLA-discovered comparisons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Inference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HAC + fixed-family BH</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 refinement</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6–9 sessions not searched</a:t>
            </a:r>
          </a:p>
        </p:txBody>
      </p:sp>
    </p:spTree>
    <p:extLst>
      <p:ext uri="{BB962C8B-B14F-4D97-AF65-F5344CB8AC3E}">
        <p14:creationId xmlns:p14="http://schemas.microsoft.com/office/powerpoint/2010/main" val="1397283360"/>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frozen DOWN p20→f20 cell transports broadly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23/29 transport assets are negative; median Pearson r = −0.196. Twelve survive fixed-family BH.</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bd22d555f214003"/>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Rebound spans the 15–25-session neighborhood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Every equal-asset median in the 15/20/25 × 15/20/25 corner is negative; 70%–83% of assets agree per cell.</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5637ad1e81443a6"/>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Every behavior group leans toward rebound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six group medians are negative at DOWN p20→f20; strength varies, but no group reverses the sign.</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3f2cf6935d948df"/>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Thirty maps repeat the corner—but differ locally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long-horizon red corner recurs across many assets, while local surface shape remains heterogeneous.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9e30e03c7ee4afd"/>
          <a:stretch xmlns:a="http://schemas.openxmlformats.org/drawingml/2006/main"/>
        </p:blipFill>
        <p:spPr>
          <a:xfrm xmlns:a="http://schemas.openxmlformats.org/drawingml/2006/main" flipH="0" flipV="0">
            <a:off x="1000125" y="1428750"/>
            <a:ext cx="10191750"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transports—and what does not</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TRANSPORTS</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long-prior rebound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23/29 negative; median r −0.196</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WEAKENS</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Unfiltered 1×1 sign kink</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raw passes; 27.6% same sign</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HETEROGENEITY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Maps differ in strength and detail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all 6 group medians still negative</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26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Keep the broad DOWN-rebound morphology; retire any universal sign-kink interpretation.</a:t>
            </a:r>
          </a:p>
        </p:txBody>
      </p:sp>
    </p:spTree>
    <p:extLst>
      <p:ext uri="{BB962C8B-B14F-4D97-AF65-F5344CB8AC3E}">
        <p14:creationId xmlns:p14="http://schemas.microsoft.com/office/powerpoint/2010/main" val="66653628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Why breadth is still not an edge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0306"/>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 and predictor share the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02"/>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Signed ER20 defines DOWN using the same trailing displacement used by the p20 prior return. Selection geometry can amplify the pattern.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trading claims authorized</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Evidence boundary</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have</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cross-asset morphology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What we lack</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later-time confirmation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Also absent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expectancy, costs, execution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Mechanical caveat</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p20 displacement is shared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Interpretation</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descriptive dependence</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Next authority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operator opens next gate</a:t>
            </a:r>
          </a:p>
        </p:txBody>
      </p:sp>
    </p:spTree>
    <p:extLst>
      <p:ext uri="{BB962C8B-B14F-4D97-AF65-F5344CB8AC3E}">
        <p14:creationId xmlns:p14="http://schemas.microsoft.com/office/powerpoint/2010/main" val="139728336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OWN-ASSET RETURN ATLAS</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Decision: stop before adding 6–9 sessions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NOW</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Frozen atlas is complete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broad transport demonstrated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NOT YET</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6–9-session local zoom</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not motivated by atlas shape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NEXT GATE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confirm or refine 15–25</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with a frozen, later-time design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Atlas first was the right order. Any finer search should target the transported 15–25-session neighborhood.</a:t>
            </a:r>
          </a:p>
        </p:txBody>
      </p:sp>
    </p:spTree>
    <p:extLst>
      <p:ext uri="{BB962C8B-B14F-4D97-AF65-F5344CB8AC3E}">
        <p14:creationId xmlns:p14="http://schemas.microsoft.com/office/powerpoint/2010/main" val="66653628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BEHAVIORAL CATALOG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else can this microscope reveal?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Treat return geometry as a four-archetype behavioral vocabulary—not a search for one recurring cell.</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The atlas has already populated several archetypes. The next slides show what was observed and what remains absent.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83</a:t>
            </a:r>
          </a:p>
        </p:txBody>
      </p:sp>
    </p:spTree>
    <p:extLst>
      <p:ext uri="{BB962C8B-B14F-4D97-AF65-F5344CB8AC3E}">
        <p14:creationId xmlns:p14="http://schemas.microsoft.com/office/powerpoint/2010/main" val="8024806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can express four return behaviors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Prior sign and within-branch slope define the archetype; conditioning changes its prevalence.</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88d535c4de4841fa"/>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Conditioning changes which behavior dominates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gain exhaustion dominates trending/up states; gain continuation clusters in sideways paths.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a31224316df477f"/>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Momentum-like continuation is conditional—not universal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Sideways: 39/81 supported cells; ATR low: 17/81; signed up: 0/45.</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a4912e9a868b47ad"/>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rebound is broader than the DOWN 20→20 cell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Loss rebound is broad unfiltered and strongest in high-volatility and signed-down long-horizon cells.</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39d350f45904746"/>
          <a:stretch xmlns:a="http://schemas.openxmlformats.org/drawingml/2006/main"/>
        </p:blipFill>
        <p:spPr>
          <a:xfrm xmlns:a="http://schemas.openxmlformats.org/drawingml/2006/main" flipH="0" flipV="0">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Mechanism stories become hypotheses to falsify</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30 assets | adjusted daily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The geometry organizes candidate explanations; correlation alone cannot identify the mechanism.</a:t>
            </a:r>
          </a:p>
        </p:txBody>
      </p:sp>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b129f7d2b8e44141"/>
          <a:stretch xmlns:a="http://schemas.openxmlformats.org/drawingml/2006/main"/>
        </p:blipFill>
        <p:spPr>
          <a:xfrm xmlns:a="http://schemas.openxmlformats.org/drawingml/2006/main">
            <a:off x="2074333" y="1428750"/>
            <a:ext cx="8043333" cy="4524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RETURN BEHAVIOR CATALOG</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microscope catalogs behavior—not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30 assets | adjusted daily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METHOD</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Four branch archetypes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same engine, different states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OBSERVED</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Continuation is conditional</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sideways + low ATR%</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BOUNDARY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Mechanisms remain hypotheses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no causal or trading authority</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this catalog as the method’s descriptive vocabulary; future tests name one behavior, one state, and one horizon neighborhood.</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2026-08-27T04:15:44.3140000Z</dcterms:created>
  <dcterms:modified xsi:type="dcterms:W3CDTF">2026-08-27T04:15:44.3140000Z</dcterms:modified>
</coreProperties>
</file>