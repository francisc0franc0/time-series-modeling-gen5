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8c72a82dc64002" /><Relationship Type="http://schemas.openxmlformats.org/officeDocument/2006/relationships/extended-properties" Target="/docProps/app.xml" Id="Radedd60af4ad405b" /><Relationship Type="http://schemas.openxmlformats.org/officeDocument/2006/relationships/officeDocument" Target="/ppt/presentation.xml" Id="R231ba201c8e1438f" /></Relationships>
</file>

<file path=ppt/presentation.xml><?xml version="1.0" encoding="utf-8"?>
<p:presentation xmlns:p="http://schemas.openxmlformats.org/presentationml/2006/main">
  <p:sldMasterIdLst>
    <p:sldMasterId xmlns:r="http://schemas.openxmlformats.org/officeDocument/2006/relationships" id="2147483648" r:id="R1369a5490f714821"/>
  </p:sldMasterIdLst>
  <p:notesMasterIdLst>
    <p:notesMasterId xmlns:r="http://schemas.openxmlformats.org/officeDocument/2006/relationships" r:id="R343c345cd1b6400d"/>
  </p:notesMasterIdLst>
  <p:sldIdLst>
    <p:sldId xmlns:r="http://schemas.openxmlformats.org/officeDocument/2006/relationships" id="256" r:id="R7e4ad06ec76640a3"/>
    <p:sldId xmlns:r="http://schemas.openxmlformats.org/officeDocument/2006/relationships" id="257" r:id="R410331bdbd9b4e1b"/>
    <p:sldId xmlns:r="http://schemas.openxmlformats.org/officeDocument/2006/relationships" id="258" r:id="R4573ab5c47324bd6"/>
    <p:sldId xmlns:r="http://schemas.openxmlformats.org/officeDocument/2006/relationships" id="259" r:id="Re775e13ea7904192"/>
    <p:sldId xmlns:r="http://schemas.openxmlformats.org/officeDocument/2006/relationships" id="260" r:id="R23a567217df14863"/>
    <p:sldId xmlns:r="http://schemas.openxmlformats.org/officeDocument/2006/relationships" id="261" r:id="Reb1f3313a4ac4cfc"/>
    <p:sldId xmlns:r="http://schemas.openxmlformats.org/officeDocument/2006/relationships" id="262" r:id="R845ed611a38c4010"/>
    <p:sldId xmlns:r="http://schemas.openxmlformats.org/officeDocument/2006/relationships" id="263" r:id="Rae50a8438439499a"/>
    <p:sldId xmlns:r="http://schemas.openxmlformats.org/officeDocument/2006/relationships" id="264" r:id="R77d138fb2b6d408d"/>
    <p:sldId xmlns:r="http://schemas.openxmlformats.org/officeDocument/2006/relationships" id="265" r:id="Rac01298c01ba405c"/>
    <p:sldId xmlns:r="http://schemas.openxmlformats.org/officeDocument/2006/relationships" id="266" r:id="R87ebfc03ce264b18"/>
    <p:sldId xmlns:r="http://schemas.openxmlformats.org/officeDocument/2006/relationships" id="267" r:id="Raedf7115b217404c"/>
    <p:sldId xmlns:r="http://schemas.openxmlformats.org/officeDocument/2006/relationships" id="268" r:id="R807c247dd564482a"/>
    <p:sldId xmlns:r="http://schemas.openxmlformats.org/officeDocument/2006/relationships" id="269" r:id="R93e2cf77e1bc4855"/>
    <p:sldId xmlns:r="http://schemas.openxmlformats.org/officeDocument/2006/relationships" id="270" r:id="Rb1c954d4dbad4578"/>
    <p:sldId xmlns:r="http://schemas.openxmlformats.org/officeDocument/2006/relationships" id="271" r:id="R9ba3b07a33e74dfa"/>
    <p:sldId xmlns:r="http://schemas.openxmlformats.org/officeDocument/2006/relationships" id="272" r:id="R38ee05fa570f4021"/>
    <p:sldId xmlns:r="http://schemas.openxmlformats.org/officeDocument/2006/relationships" id="273" r:id="Rbb390d11ea1849c3"/>
    <p:sldId xmlns:r="http://schemas.openxmlformats.org/officeDocument/2006/relationships" id="274" r:id="R898be20f422d49ff"/>
    <p:sldId xmlns:r="http://schemas.openxmlformats.org/officeDocument/2006/relationships" id="275" r:id="R70b4bc8741224e79"/>
    <p:sldId xmlns:r="http://schemas.openxmlformats.org/officeDocument/2006/relationships" id="276" r:id="R261b7c4c8a694d78"/>
    <p:sldId xmlns:r="http://schemas.openxmlformats.org/officeDocument/2006/relationships" id="277" r:id="Ra4b0a50024104197"/>
    <p:sldId xmlns:r="http://schemas.openxmlformats.org/officeDocument/2006/relationships" id="278" r:id="Rd1b222dbb1ab4881"/>
    <p:sldId xmlns:r="http://schemas.openxmlformats.org/officeDocument/2006/relationships" id="279" r:id="R7169c37c6fec4b08"/>
    <p:sldId xmlns:r="http://schemas.openxmlformats.org/officeDocument/2006/relationships" id="280" r:id="R9dfadedf90ce44ea"/>
    <p:sldId xmlns:r="http://schemas.openxmlformats.org/officeDocument/2006/relationships" id="281" r:id="Re77015e397cf4338"/>
    <p:sldId xmlns:r="http://schemas.openxmlformats.org/officeDocument/2006/relationships" id="282" r:id="Rfc9b68e5032e469c"/>
    <p:sldId xmlns:r="http://schemas.openxmlformats.org/officeDocument/2006/relationships" id="283" r:id="R6c17d910c18941e7"/>
    <p:sldId xmlns:r="http://schemas.openxmlformats.org/officeDocument/2006/relationships" id="284" r:id="R67a13646b60941b0"/>
    <p:sldId xmlns:r="http://schemas.openxmlformats.org/officeDocument/2006/relationships" id="285" r:id="Rdbbc66c249764322"/>
    <p:sldId xmlns:r="http://schemas.openxmlformats.org/officeDocument/2006/relationships" id="286" r:id="Rd3ac809f345d4bcd"/>
    <p:sldId xmlns:r="http://schemas.openxmlformats.org/officeDocument/2006/relationships" id="287" r:id="Rc54fd581f5b14a10"/>
    <p:sldId xmlns:r="http://schemas.openxmlformats.org/officeDocument/2006/relationships" id="288" r:id="R5b7ee37ebb624dd7"/>
    <p:sldId xmlns:r="http://schemas.openxmlformats.org/officeDocument/2006/relationships" id="289" r:id="R02a44a4ab8c94587"/>
    <p:sldId xmlns:r="http://schemas.openxmlformats.org/officeDocument/2006/relationships" id="290" r:id="R1a8f03d47e9a4520"/>
    <p:sldId xmlns:r="http://schemas.openxmlformats.org/officeDocument/2006/relationships" id="291" r:id="R2cbd71762dc8410b"/>
    <p:sldId xmlns:r="http://schemas.openxmlformats.org/officeDocument/2006/relationships" id="292" r:id="Rbd6c29cef9244447"/>
    <p:sldId xmlns:r="http://schemas.openxmlformats.org/officeDocument/2006/relationships" id="293" r:id="Rabc37e9662ea4670"/>
    <p:sldId xmlns:r="http://schemas.openxmlformats.org/officeDocument/2006/relationships" id="294" r:id="Ra827fc409d744b99"/>
    <p:sldId xmlns:r="http://schemas.openxmlformats.org/officeDocument/2006/relationships" id="295" r:id="R4c2c5542efb74701"/>
    <p:sldId xmlns:r="http://schemas.openxmlformats.org/officeDocument/2006/relationships" id="296" r:id="Rfa942b06759c49a5"/>
    <p:sldId xmlns:r="http://schemas.openxmlformats.org/officeDocument/2006/relationships" id="297" r:id="R1b64411bbbac4482"/>
    <p:sldId xmlns:r="http://schemas.openxmlformats.org/officeDocument/2006/relationships" id="298" r:id="Raa979c44366049d3"/>
    <p:sldId xmlns:r="http://schemas.openxmlformats.org/officeDocument/2006/relationships" id="299" r:id="R508dc55520d14fdb"/>
    <p:sldId xmlns:r="http://schemas.openxmlformats.org/officeDocument/2006/relationships" id="300" r:id="R7933685c33e64f8a"/>
    <p:sldId xmlns:r="http://schemas.openxmlformats.org/officeDocument/2006/relationships" id="301" r:id="Rc7a7239034394158"/>
    <p:sldId xmlns:r="http://schemas.openxmlformats.org/officeDocument/2006/relationships" id="302" r:id="Ra544060da8334230"/>
    <p:sldId xmlns:r="http://schemas.openxmlformats.org/officeDocument/2006/relationships" id="303" r:id="R6b306b8438cd4bd7"/>
    <p:sldId xmlns:r="http://schemas.openxmlformats.org/officeDocument/2006/relationships" id="304" r:id="R82eb79904e6c4e0b"/>
    <p:sldId xmlns:r="http://schemas.openxmlformats.org/officeDocument/2006/relationships" id="305" r:id="R80824e2dc10e4fea"/>
    <p:sldId xmlns:r="http://schemas.openxmlformats.org/officeDocument/2006/relationships" id="306" r:id="Re9a8d607fd4a4052"/>
    <p:sldId xmlns:r="http://schemas.openxmlformats.org/officeDocument/2006/relationships" id="307" r:id="R731edf5c860841e2"/>
    <p:sldId xmlns:r="http://schemas.openxmlformats.org/officeDocument/2006/relationships" id="308" r:id="R96ecfc389d154d0f"/>
    <p:sldId xmlns:r="http://schemas.openxmlformats.org/officeDocument/2006/relationships" id="309" r:id="R1e3e25c0ef32442e"/>
    <p:sldId xmlns:r="http://schemas.openxmlformats.org/officeDocument/2006/relationships" id="310" r:id="Rcd36f6b68b6d45f8"/>
    <p:sldId xmlns:r="http://schemas.openxmlformats.org/officeDocument/2006/relationships" id="311" r:id="R6b3378c62694446c"/>
    <p:sldId xmlns:r="http://schemas.openxmlformats.org/officeDocument/2006/relationships" id="312" r:id="R522bf46864ba4c2b"/>
    <p:sldId xmlns:r="http://schemas.openxmlformats.org/officeDocument/2006/relationships" id="313" r:id="R3b073baf02214d53"/>
    <p:sldId xmlns:r="http://schemas.openxmlformats.org/officeDocument/2006/relationships" id="314" r:id="R73162d71542b4941"/>
    <p:sldId xmlns:r="http://schemas.openxmlformats.org/officeDocument/2006/relationships" id="315" r:id="R0e5576d8df844dc9"/>
    <p:sldId xmlns:r="http://schemas.openxmlformats.org/officeDocument/2006/relationships" id="316" r:id="R087f0001c5b84820"/>
    <p:sldId xmlns:r="http://schemas.openxmlformats.org/officeDocument/2006/relationships" id="317" r:id="R8028a0aa2dc14311"/>
    <p:sldId xmlns:r="http://schemas.openxmlformats.org/officeDocument/2006/relationships" id="318" r:id="R36a9a93dc9194ac7"/>
    <p:sldId xmlns:r="http://schemas.openxmlformats.org/officeDocument/2006/relationships" id="319" r:id="R64e8592e723347ae"/>
    <p:sldId xmlns:r="http://schemas.openxmlformats.org/officeDocument/2006/relationships" id="320" r:id="R86137e8f3b184d67"/>
    <p:sldId xmlns:r="http://schemas.openxmlformats.org/officeDocument/2006/relationships" id="321" r:id="Rb60ad12a959042e7"/>
    <p:sldId xmlns:r="http://schemas.openxmlformats.org/officeDocument/2006/relationships" id="322" r:id="Rd69fbf8c8f89420c"/>
    <p:sldId xmlns:r="http://schemas.openxmlformats.org/officeDocument/2006/relationships" id="323" r:id="Ra24585d0d138480c"/>
    <p:sldId xmlns:r="http://schemas.openxmlformats.org/officeDocument/2006/relationships" id="324" r:id="R5079e4e4f05843e3"/>
    <p:sldId xmlns:r="http://schemas.openxmlformats.org/officeDocument/2006/relationships" id="325" r:id="Rb1bda781f2124fde"/>
    <p:sldId xmlns:r="http://schemas.openxmlformats.org/officeDocument/2006/relationships" id="326" r:id="R2c4e1a28bfb74389"/>
    <p:sldId xmlns:r="http://schemas.openxmlformats.org/officeDocument/2006/relationships" id="327" r:id="R57f7f1a0a08f4df6"/>
    <p:sldId xmlns:r="http://schemas.openxmlformats.org/officeDocument/2006/relationships" id="328" r:id="R2f3e7a36d8674263"/>
    <p:sldId xmlns:r="http://schemas.openxmlformats.org/officeDocument/2006/relationships" id="329" r:id="R396aaa62eb9b4364"/>
    <p:sldId xmlns:r="http://schemas.openxmlformats.org/officeDocument/2006/relationships" id="330" r:id="Rad5f318487c042cf"/>
    <p:sldId xmlns:r="http://schemas.openxmlformats.org/officeDocument/2006/relationships" id="331" r:id="R2e402e0359314d2d"/>
    <p:sldId xmlns:r="http://schemas.openxmlformats.org/officeDocument/2006/relationships" id="332" r:id="R419e739b169845a4"/>
    <p:sldId xmlns:r="http://schemas.openxmlformats.org/officeDocument/2006/relationships" id="333" r:id="R1153bb0e2a4b4f8f"/>
    <p:sldId xmlns:r="http://schemas.openxmlformats.org/officeDocument/2006/relationships" id="334" r:id="Rb355369a4cf54833"/>
    <p:sldId xmlns:r="http://schemas.openxmlformats.org/officeDocument/2006/relationships" id="335" r:id="R345daac0712c46e6"/>
    <p:sldId xmlns:r="http://schemas.openxmlformats.org/officeDocument/2006/relationships" id="336" r:id="R3c938d756c3241ca"/>
    <p:sldId xmlns:r="http://schemas.openxmlformats.org/officeDocument/2006/relationships" id="337" r:id="Re6aa7e4ed90b45ef"/>
    <p:sldId xmlns:r="http://schemas.openxmlformats.org/officeDocument/2006/relationships" id="338" r:id="Rc28810df66f04d80"/>
    <p:sldId xmlns:r="http://schemas.openxmlformats.org/officeDocument/2006/relationships" id="339" r:id="Rd4c8c17928104ffb"/>
    <p:sldId xmlns:r="http://schemas.openxmlformats.org/officeDocument/2006/relationships" id="340" r:id="R0e2fa4771dad4d2c"/>
    <p:sldId xmlns:r="http://schemas.openxmlformats.org/officeDocument/2006/relationships" id="341" r:id="Rb37f9b06413c4265"/>
    <p:sldId xmlns:r="http://schemas.openxmlformats.org/officeDocument/2006/relationships" id="342" r:id="R3619fac5e11b423d"/>
    <p:sldId xmlns:r="http://schemas.openxmlformats.org/officeDocument/2006/relationships" id="343" r:id="Reb5e4f7417324245"/>
    <p:sldId xmlns:r="http://schemas.openxmlformats.org/officeDocument/2006/relationships" id="344" r:id="R6e7ec7d30e154fc1"/>
    <p:sldId xmlns:r="http://schemas.openxmlformats.org/officeDocument/2006/relationships" id="345" r:id="Rc74a13e8bc6943b3"/>
    <p:sldId xmlns:r="http://schemas.openxmlformats.org/officeDocument/2006/relationships" id="346" r:id="Rf38f63057a654d7a"/>
    <p:sldId xmlns:r="http://schemas.openxmlformats.org/officeDocument/2006/relationships" id="347" r:id="Rdbcf010b38dc412e"/>
    <p:sldId xmlns:r="http://schemas.openxmlformats.org/officeDocument/2006/relationships" id="348" r:id="R866cc9872f074c09"/>
    <p:sldId xmlns:r="http://schemas.openxmlformats.org/officeDocument/2006/relationships" id="349" r:id="R79c48427f5b24fe1"/>
    <p:sldId xmlns:r="http://schemas.openxmlformats.org/officeDocument/2006/relationships" id="350" r:id="R42c3ff141e274589"/>
    <p:sldId xmlns:r="http://schemas.openxmlformats.org/officeDocument/2006/relationships" id="351" r:id="R625fe59924374e5d"/>
    <p:sldId xmlns:r="http://schemas.openxmlformats.org/officeDocument/2006/relationships" id="352" r:id="R746e973d7125474f"/>
    <p:sldId xmlns:r="http://schemas.openxmlformats.org/officeDocument/2006/relationships" id="353" r:id="R0e74dcc060d5408b"/>
    <p:sldId xmlns:r="http://schemas.openxmlformats.org/officeDocument/2006/relationships" id="354" r:id="Rc949479d959b4d2f"/>
    <p:sldId xmlns:r="http://schemas.openxmlformats.org/officeDocument/2006/relationships" id="355" r:id="R35e28ab3270b4f75"/>
    <p:sldId xmlns:r="http://schemas.openxmlformats.org/officeDocument/2006/relationships" id="356" r:id="R52c04014cff44c0b"/>
    <p:sldId xmlns:r="http://schemas.openxmlformats.org/officeDocument/2006/relationships" id="357" r:id="R8a0bc50706f54727"/>
    <p:sldId xmlns:r="http://schemas.openxmlformats.org/officeDocument/2006/relationships" id="358" r:id="R84b0edbce13d42b7"/>
    <p:sldId xmlns:r="http://schemas.openxmlformats.org/officeDocument/2006/relationships" id="359" r:id="R8562d5b6265d4b5d"/>
    <p:sldId xmlns:r="http://schemas.openxmlformats.org/officeDocument/2006/relationships" id="360" r:id="Re2157315af8e41d6"/>
    <p:sldId xmlns:r="http://schemas.openxmlformats.org/officeDocument/2006/relationships" id="361" r:id="Rc2933a21ae4b401b"/>
    <p:sldId xmlns:r="http://schemas.openxmlformats.org/officeDocument/2006/relationships" id="362" r:id="Re12abca8e06642f2"/>
    <p:sldId xmlns:r="http://schemas.openxmlformats.org/officeDocument/2006/relationships" id="363" r:id="Rb3d18c97aee14da6"/>
    <p:sldId xmlns:r="http://schemas.openxmlformats.org/officeDocument/2006/relationships" id="364" r:id="R36a53ea320b24ba3"/>
    <p:sldId xmlns:r="http://schemas.openxmlformats.org/officeDocument/2006/relationships" id="365" r:id="R7c9fb7c9b935456f"/>
    <p:sldId xmlns:r="http://schemas.openxmlformats.org/officeDocument/2006/relationships" id="366" r:id="Rfeaa8f2f1bbe4570"/>
    <p:sldId xmlns:r="http://schemas.openxmlformats.org/officeDocument/2006/relationships" id="367" r:id="R31f5a603373b41ce"/>
    <p:sldId xmlns:r="http://schemas.openxmlformats.org/officeDocument/2006/relationships" id="368" r:id="Re02673bdf17146b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dca59b9457b4952" /><Relationship Type="http://schemas.openxmlformats.org/officeDocument/2006/relationships/slideMaster" Target="/ppt/slideMasters/slideMaster1.xml" Id="R1369a5490f714821" /><Relationship Type="http://schemas.openxmlformats.org/officeDocument/2006/relationships/notesMaster" Target="/ppt/notesMasters/notesMaster1.xml" Id="R343c345cd1b6400d" /><Relationship Type="http://schemas.openxmlformats.org/officeDocument/2006/relationships/presProps" Target="/ppt/presProps.xml" Id="R2fc7385f89e44477" /><Relationship Type="http://schemas.openxmlformats.org/officeDocument/2006/relationships/tableStyles" Target="/ppt/tableStyles.xml" Id="R4aea8f3b4db04b7a" /><Relationship Type="http://schemas.openxmlformats.org/officeDocument/2006/relationships/slide" Target="/ppt/slides/slide1.xml" Id="R7e4ad06ec76640a3" /><Relationship Type="http://schemas.openxmlformats.org/officeDocument/2006/relationships/slide" Target="/ppt/slides/slide2.xml" Id="R410331bdbd9b4e1b" /><Relationship Type="http://schemas.openxmlformats.org/officeDocument/2006/relationships/slide" Target="/ppt/slides/slide3.xml" Id="R4573ab5c47324bd6" /><Relationship Type="http://schemas.openxmlformats.org/officeDocument/2006/relationships/slide" Target="/ppt/slides/slide4.xml" Id="Re775e13ea7904192" /><Relationship Type="http://schemas.openxmlformats.org/officeDocument/2006/relationships/slide" Target="/ppt/slides/slide5.xml" Id="R23a567217df14863" /><Relationship Type="http://schemas.openxmlformats.org/officeDocument/2006/relationships/slide" Target="/ppt/slides/slide6.xml" Id="Reb1f3313a4ac4cfc" /><Relationship Type="http://schemas.openxmlformats.org/officeDocument/2006/relationships/slide" Target="/ppt/slides/slide7.xml" Id="R845ed611a38c4010" /><Relationship Type="http://schemas.openxmlformats.org/officeDocument/2006/relationships/slide" Target="/ppt/slides/slide8.xml" Id="Rae50a8438439499a" /><Relationship Type="http://schemas.openxmlformats.org/officeDocument/2006/relationships/slide" Target="/ppt/slides/slide9.xml" Id="R77d138fb2b6d408d" /><Relationship Type="http://schemas.openxmlformats.org/officeDocument/2006/relationships/slide" Target="/ppt/slides/slide10.xml" Id="Rac01298c01ba405c" /><Relationship Type="http://schemas.openxmlformats.org/officeDocument/2006/relationships/slide" Target="/ppt/slides/slide11.xml" Id="R87ebfc03ce264b18" /><Relationship Type="http://schemas.openxmlformats.org/officeDocument/2006/relationships/slide" Target="/ppt/slides/slide12.xml" Id="Raedf7115b217404c" /><Relationship Type="http://schemas.openxmlformats.org/officeDocument/2006/relationships/slide" Target="/ppt/slides/slide13.xml" Id="R807c247dd564482a" /><Relationship Type="http://schemas.openxmlformats.org/officeDocument/2006/relationships/slide" Target="/ppt/slides/slide14.xml" Id="R93e2cf77e1bc4855" /><Relationship Type="http://schemas.openxmlformats.org/officeDocument/2006/relationships/slide" Target="/ppt/slides/slide15.xml" Id="Rb1c954d4dbad4578" /><Relationship Type="http://schemas.openxmlformats.org/officeDocument/2006/relationships/slide" Target="/ppt/slides/slide16.xml" Id="R9ba3b07a33e74dfa" /><Relationship Type="http://schemas.openxmlformats.org/officeDocument/2006/relationships/slide" Target="/ppt/slides/slide17.xml" Id="R38ee05fa570f4021" /><Relationship Type="http://schemas.openxmlformats.org/officeDocument/2006/relationships/slide" Target="/ppt/slides/slide18.xml" Id="Rbb390d11ea1849c3" /><Relationship Type="http://schemas.openxmlformats.org/officeDocument/2006/relationships/slide" Target="/ppt/slides/slide19.xml" Id="R898be20f422d49ff" /><Relationship Type="http://schemas.openxmlformats.org/officeDocument/2006/relationships/slide" Target="/ppt/slides/slide20.xml" Id="R70b4bc8741224e79" /><Relationship Type="http://schemas.openxmlformats.org/officeDocument/2006/relationships/slide" Target="/ppt/slides/slide21.xml" Id="R261b7c4c8a694d78" /><Relationship Type="http://schemas.openxmlformats.org/officeDocument/2006/relationships/slide" Target="/ppt/slides/slide22.xml" Id="Ra4b0a50024104197" /><Relationship Type="http://schemas.openxmlformats.org/officeDocument/2006/relationships/slide" Target="/ppt/slides/slide23.xml" Id="Rd1b222dbb1ab4881" /><Relationship Type="http://schemas.openxmlformats.org/officeDocument/2006/relationships/slide" Target="/ppt/slides/slide24.xml" Id="R7169c37c6fec4b08" /><Relationship Type="http://schemas.openxmlformats.org/officeDocument/2006/relationships/slide" Target="/ppt/slides/slide25.xml" Id="R9dfadedf90ce44ea" /><Relationship Type="http://schemas.openxmlformats.org/officeDocument/2006/relationships/slide" Target="/ppt/slides/slide26.xml" Id="Re77015e397cf4338" /><Relationship Type="http://schemas.openxmlformats.org/officeDocument/2006/relationships/slide" Target="/ppt/slides/slide27.xml" Id="Rfc9b68e5032e469c" /><Relationship Type="http://schemas.openxmlformats.org/officeDocument/2006/relationships/slide" Target="/ppt/slides/slide28.xml" Id="R6c17d910c18941e7" /><Relationship Type="http://schemas.openxmlformats.org/officeDocument/2006/relationships/slide" Target="/ppt/slides/slide29.xml" Id="R67a13646b60941b0" /><Relationship Type="http://schemas.openxmlformats.org/officeDocument/2006/relationships/slide" Target="/ppt/slides/slide30.xml" Id="Rdbbc66c249764322" /><Relationship Type="http://schemas.openxmlformats.org/officeDocument/2006/relationships/slide" Target="/ppt/slides/slide31.xml" Id="Rd3ac809f345d4bcd" /><Relationship Type="http://schemas.openxmlformats.org/officeDocument/2006/relationships/slide" Target="/ppt/slides/slide32.xml" Id="Rc54fd581f5b14a10" /><Relationship Type="http://schemas.openxmlformats.org/officeDocument/2006/relationships/slide" Target="/ppt/slides/slide33.xml" Id="R5b7ee37ebb624dd7" /><Relationship Type="http://schemas.openxmlformats.org/officeDocument/2006/relationships/slide" Target="/ppt/slides/slide34.xml" Id="R02a44a4ab8c94587" /><Relationship Type="http://schemas.openxmlformats.org/officeDocument/2006/relationships/slide" Target="/ppt/slides/slide35.xml" Id="R1a8f03d47e9a4520" /><Relationship Type="http://schemas.openxmlformats.org/officeDocument/2006/relationships/slide" Target="/ppt/slides/slide36.xml" Id="R2cbd71762dc8410b" /><Relationship Type="http://schemas.openxmlformats.org/officeDocument/2006/relationships/slide" Target="/ppt/slides/slide37.xml" Id="Rbd6c29cef9244447" /><Relationship Type="http://schemas.openxmlformats.org/officeDocument/2006/relationships/slide" Target="/ppt/slides/slide38.xml" Id="Rabc37e9662ea4670" /><Relationship Type="http://schemas.openxmlformats.org/officeDocument/2006/relationships/slide" Target="/ppt/slides/slide39.xml" Id="Ra827fc409d744b99" /><Relationship Type="http://schemas.openxmlformats.org/officeDocument/2006/relationships/slide" Target="/ppt/slides/slide40.xml" Id="R4c2c5542efb74701" /><Relationship Type="http://schemas.openxmlformats.org/officeDocument/2006/relationships/slide" Target="/ppt/slides/slide41.xml" Id="Rfa942b06759c49a5" /><Relationship Type="http://schemas.openxmlformats.org/officeDocument/2006/relationships/slide" Target="/ppt/slides/slide42.xml" Id="R1b64411bbbac4482" /><Relationship Type="http://schemas.openxmlformats.org/officeDocument/2006/relationships/slide" Target="/ppt/slides/slide43.xml" Id="Raa979c44366049d3" /><Relationship Type="http://schemas.openxmlformats.org/officeDocument/2006/relationships/slide" Target="/ppt/slides/slide44.xml" Id="R508dc55520d14fdb" /><Relationship Type="http://schemas.openxmlformats.org/officeDocument/2006/relationships/slide" Target="/ppt/slides/slide45.xml" Id="R7933685c33e64f8a" /><Relationship Type="http://schemas.openxmlformats.org/officeDocument/2006/relationships/slide" Target="/ppt/slides/slide46.xml" Id="Rc7a7239034394158" /><Relationship Type="http://schemas.openxmlformats.org/officeDocument/2006/relationships/slide" Target="/ppt/slides/slide47.xml" Id="Ra544060da8334230" /><Relationship Type="http://schemas.openxmlformats.org/officeDocument/2006/relationships/slide" Target="/ppt/slides/slide48.xml" Id="R6b306b8438cd4bd7" /><Relationship Type="http://schemas.openxmlformats.org/officeDocument/2006/relationships/slide" Target="/ppt/slides/slide49.xml" Id="R82eb79904e6c4e0b" /><Relationship Type="http://schemas.openxmlformats.org/officeDocument/2006/relationships/slide" Target="/ppt/slides/slide50.xml" Id="R80824e2dc10e4fea" /><Relationship Type="http://schemas.openxmlformats.org/officeDocument/2006/relationships/slide" Target="/ppt/slides/slide51.xml" Id="Re9a8d607fd4a4052" /><Relationship Type="http://schemas.openxmlformats.org/officeDocument/2006/relationships/slide" Target="/ppt/slides/slide52.xml" Id="R731edf5c860841e2" /><Relationship Type="http://schemas.openxmlformats.org/officeDocument/2006/relationships/slide" Target="/ppt/slides/slide53.xml" Id="R96ecfc389d154d0f" /><Relationship Type="http://schemas.openxmlformats.org/officeDocument/2006/relationships/slide" Target="/ppt/slides/slide54.xml" Id="R1e3e25c0ef32442e" /><Relationship Type="http://schemas.openxmlformats.org/officeDocument/2006/relationships/slide" Target="/ppt/slides/slide55.xml" Id="Rcd36f6b68b6d45f8" /><Relationship Type="http://schemas.openxmlformats.org/officeDocument/2006/relationships/slide" Target="/ppt/slides/slide56.xml" Id="R6b3378c62694446c" /><Relationship Type="http://schemas.openxmlformats.org/officeDocument/2006/relationships/slide" Target="/ppt/slides/slide57.xml" Id="R522bf46864ba4c2b" /><Relationship Type="http://schemas.openxmlformats.org/officeDocument/2006/relationships/slide" Target="/ppt/slides/slide58.xml" Id="R3b073baf02214d53" /><Relationship Type="http://schemas.openxmlformats.org/officeDocument/2006/relationships/slide" Target="/ppt/slides/slide59.xml" Id="R73162d71542b4941" /><Relationship Type="http://schemas.openxmlformats.org/officeDocument/2006/relationships/slide" Target="/ppt/slides/slide60.xml" Id="R0e5576d8df844dc9" /><Relationship Type="http://schemas.openxmlformats.org/officeDocument/2006/relationships/slide" Target="/ppt/slides/slide61.xml" Id="R087f0001c5b84820" /><Relationship Type="http://schemas.openxmlformats.org/officeDocument/2006/relationships/slide" Target="/ppt/slides/slide62.xml" Id="R8028a0aa2dc14311" /><Relationship Type="http://schemas.openxmlformats.org/officeDocument/2006/relationships/slide" Target="/ppt/slides/slide63.xml" Id="R36a9a93dc9194ac7" /><Relationship Type="http://schemas.openxmlformats.org/officeDocument/2006/relationships/slide" Target="/ppt/slides/slide64.xml" Id="R64e8592e723347ae" /><Relationship Type="http://schemas.openxmlformats.org/officeDocument/2006/relationships/slide" Target="/ppt/slides/slide65.xml" Id="R86137e8f3b184d67" /><Relationship Type="http://schemas.openxmlformats.org/officeDocument/2006/relationships/slide" Target="/ppt/slides/slide66.xml" Id="Rb60ad12a959042e7" /><Relationship Type="http://schemas.openxmlformats.org/officeDocument/2006/relationships/slide" Target="/ppt/slides/slide67.xml" Id="Rd69fbf8c8f89420c" /><Relationship Type="http://schemas.openxmlformats.org/officeDocument/2006/relationships/slide" Target="/ppt/slides/slide68.xml" Id="Ra24585d0d138480c" /><Relationship Type="http://schemas.openxmlformats.org/officeDocument/2006/relationships/slide" Target="/ppt/slides/slide69.xml" Id="R5079e4e4f05843e3" /><Relationship Type="http://schemas.openxmlformats.org/officeDocument/2006/relationships/slide" Target="/ppt/slides/slide70.xml" Id="Rb1bda781f2124fde" /><Relationship Type="http://schemas.openxmlformats.org/officeDocument/2006/relationships/slide" Target="/ppt/slides/slide71.xml" Id="R2c4e1a28bfb74389" /><Relationship Type="http://schemas.openxmlformats.org/officeDocument/2006/relationships/slide" Target="/ppt/slides/slide72.xml" Id="R57f7f1a0a08f4df6" /><Relationship Type="http://schemas.openxmlformats.org/officeDocument/2006/relationships/slide" Target="/ppt/slides/slide73.xml" Id="R2f3e7a36d8674263" /><Relationship Type="http://schemas.openxmlformats.org/officeDocument/2006/relationships/slide" Target="/ppt/slides/slide74.xml" Id="R396aaa62eb9b4364" /><Relationship Type="http://schemas.openxmlformats.org/officeDocument/2006/relationships/slide" Target="/ppt/slides/slide75.xml" Id="Rad5f318487c042cf" /><Relationship Type="http://schemas.openxmlformats.org/officeDocument/2006/relationships/slide" Target="/ppt/slides/slide76.xml" Id="R2e402e0359314d2d" /><Relationship Type="http://schemas.openxmlformats.org/officeDocument/2006/relationships/slide" Target="/ppt/slides/slide77.xml" Id="R419e739b169845a4" /><Relationship Type="http://schemas.openxmlformats.org/officeDocument/2006/relationships/slide" Target="/ppt/slides/slide78.xml" Id="R1153bb0e2a4b4f8f" /><Relationship Type="http://schemas.openxmlformats.org/officeDocument/2006/relationships/slide" Target="/ppt/slides/slide79.xml" Id="Rb355369a4cf54833" /><Relationship Type="http://schemas.openxmlformats.org/officeDocument/2006/relationships/slide" Target="/ppt/slides/slide80.xml" Id="R345daac0712c46e6" /><Relationship Type="http://schemas.openxmlformats.org/officeDocument/2006/relationships/slide" Target="/ppt/slides/slide81.xml" Id="R3c938d756c3241ca" /><Relationship Type="http://schemas.openxmlformats.org/officeDocument/2006/relationships/slide" Target="/ppt/slides/slide82.xml" Id="Re6aa7e4ed90b45ef" /><Relationship Type="http://schemas.openxmlformats.org/officeDocument/2006/relationships/slide" Target="/ppt/slides/slide83.xml" Id="Rc28810df66f04d80" /><Relationship Type="http://schemas.openxmlformats.org/officeDocument/2006/relationships/slide" Target="/ppt/slides/slide84.xml" Id="Rd4c8c17928104ffb" /><Relationship Type="http://schemas.openxmlformats.org/officeDocument/2006/relationships/slide" Target="/ppt/slides/slide85.xml" Id="R0e2fa4771dad4d2c" /><Relationship Type="http://schemas.openxmlformats.org/officeDocument/2006/relationships/slide" Target="/ppt/slides/slide86.xml" Id="Rb37f9b06413c4265" /><Relationship Type="http://schemas.openxmlformats.org/officeDocument/2006/relationships/slide" Target="/ppt/slides/slide87.xml" Id="R3619fac5e11b423d" /><Relationship Type="http://schemas.openxmlformats.org/officeDocument/2006/relationships/slide" Target="/ppt/slides/slide88.xml" Id="Reb5e4f7417324245" /><Relationship Type="http://schemas.openxmlformats.org/officeDocument/2006/relationships/slide" Target="/ppt/slides/slide89.xml" Id="R6e7ec7d30e154fc1" /><Relationship Type="http://schemas.openxmlformats.org/officeDocument/2006/relationships/slide" Target="/ppt/slides/slide90.xml" Id="Rc74a13e8bc6943b3" /><Relationship Type="http://schemas.openxmlformats.org/officeDocument/2006/relationships/slide" Target="/ppt/slides/slide91.xml" Id="Rf38f63057a654d7a" /><Relationship Type="http://schemas.openxmlformats.org/officeDocument/2006/relationships/slide" Target="/ppt/slides/slide92.xml" Id="Rdbcf010b38dc412e" /><Relationship Type="http://schemas.openxmlformats.org/officeDocument/2006/relationships/slide" Target="/ppt/slides/slide93.xml" Id="R866cc9872f074c09" /><Relationship Type="http://schemas.openxmlformats.org/officeDocument/2006/relationships/slide" Target="/ppt/slides/slide94.xml" Id="R79c48427f5b24fe1" /><Relationship Type="http://schemas.openxmlformats.org/officeDocument/2006/relationships/slide" Target="/ppt/slides/slide95.xml" Id="R42c3ff141e274589" /><Relationship Type="http://schemas.openxmlformats.org/officeDocument/2006/relationships/slide" Target="/ppt/slides/slide96.xml" Id="R625fe59924374e5d" /><Relationship Type="http://schemas.openxmlformats.org/officeDocument/2006/relationships/slide" Target="/ppt/slides/slide97.xml" Id="R746e973d7125474f" /><Relationship Type="http://schemas.openxmlformats.org/officeDocument/2006/relationships/slide" Target="/ppt/slides/slide98.xml" Id="R0e74dcc060d5408b" /><Relationship Type="http://schemas.openxmlformats.org/officeDocument/2006/relationships/slide" Target="/ppt/slides/slide99.xml" Id="Rc949479d959b4d2f" /><Relationship Type="http://schemas.openxmlformats.org/officeDocument/2006/relationships/slide" Target="/ppt/slides/slide100.xml" Id="R35e28ab3270b4f75" /><Relationship Type="http://schemas.openxmlformats.org/officeDocument/2006/relationships/slide" Target="/ppt/slides/slide101.xml" Id="R52c04014cff44c0b" /><Relationship Type="http://schemas.openxmlformats.org/officeDocument/2006/relationships/slide" Target="/ppt/slides/slide102.xml" Id="R8a0bc50706f54727" /><Relationship Type="http://schemas.openxmlformats.org/officeDocument/2006/relationships/slide" Target="/ppt/slides/slide103.xml" Id="R84b0edbce13d42b7" /><Relationship Type="http://schemas.openxmlformats.org/officeDocument/2006/relationships/slide" Target="/ppt/slides/slide104.xml" Id="R8562d5b6265d4b5d" /><Relationship Type="http://schemas.openxmlformats.org/officeDocument/2006/relationships/slide" Target="/ppt/slides/slide105.xml" Id="Re2157315af8e41d6" /><Relationship Type="http://schemas.openxmlformats.org/officeDocument/2006/relationships/slide" Target="/ppt/slides/slide106.xml" Id="Rc2933a21ae4b401b" /><Relationship Type="http://schemas.openxmlformats.org/officeDocument/2006/relationships/slide" Target="/ppt/slides/slide107.xml" Id="Re12abca8e06642f2" /><Relationship Type="http://schemas.openxmlformats.org/officeDocument/2006/relationships/slide" Target="/ppt/slides/slide108.xml" Id="Rb3d18c97aee14da6" /><Relationship Type="http://schemas.openxmlformats.org/officeDocument/2006/relationships/slide" Target="/ppt/slides/slide109.xml" Id="R36a53ea320b24ba3" /><Relationship Type="http://schemas.openxmlformats.org/officeDocument/2006/relationships/slide" Target="/ppt/slides/slide110.xml" Id="R7c9fb7c9b935456f" /><Relationship Type="http://schemas.openxmlformats.org/officeDocument/2006/relationships/slide" Target="/ppt/slides/slide111.xml" Id="Rfeaa8f2f1bbe4570" /><Relationship Type="http://schemas.openxmlformats.org/officeDocument/2006/relationships/slide" Target="/ppt/slides/slide112.xml" Id="R31f5a603373b41ce" /><Relationship Type="http://schemas.openxmlformats.org/officeDocument/2006/relationships/slide" Target="/ppt/slides/slide113.xml" Id="Re02673bdf17146b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5e200a66724b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1eed8365ce4c9f" /><Relationship Type="http://schemas.openxmlformats.org/officeDocument/2006/relationships/notesMaster" Target="/ppt/notesMasters/notesMaster1.xml" Id="Reccc072ce30841a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dc66dc44b0418f" /><Relationship Type="http://schemas.openxmlformats.org/officeDocument/2006/relationships/notesMaster" Target="/ppt/notesMasters/notesMaster1.xml" Id="R7c9c574c038e458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38cc6a8fa284676" /><Relationship Type="http://schemas.openxmlformats.org/officeDocument/2006/relationships/notesMaster" Target="/ppt/notesMasters/notesMaster1.xml" Id="Re3d3a25094224a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7e70300cbac34c78" /><Relationship Type="http://schemas.openxmlformats.org/officeDocument/2006/relationships/notesMaster" Target="/ppt/notesMasters/notesMaster1.xml" Id="R5d2664d46544454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6a3aa17bf74d4e" /><Relationship Type="http://schemas.openxmlformats.org/officeDocument/2006/relationships/notesMaster" Target="/ppt/notesMasters/notesMaster1.xml" Id="R089ed3a16d5f485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8d968bcb724086" /><Relationship Type="http://schemas.openxmlformats.org/officeDocument/2006/relationships/notesMaster" Target="/ppt/notesMasters/notesMaster1.xml" Id="R61182115b8734f96"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e11a3e176a4d1f" /><Relationship Type="http://schemas.openxmlformats.org/officeDocument/2006/relationships/notesMaster" Target="/ppt/notesMasters/notesMaster1.xml" Id="R54ea821ae5434a85"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f54c522af6404f" /><Relationship Type="http://schemas.openxmlformats.org/officeDocument/2006/relationships/notesMaster" Target="/ppt/notesMasters/notesMaster1.xml" Id="R8991120125674fe0" /></Relationships>
</file>

<file path=ppt/notesSlides/_rels/notesSlide9.xml.rels>&#65279;<?xml version="1.0" encoding="utf-8"?><Relationships xmlns="http://schemas.openxmlformats.org/package/2006/relationships"><Relationship Type="http://schemas.openxmlformats.org/officeDocument/2006/relationships/slide" Target="/ppt/slides/slide9.xml" Id="R12bdf0e1c9824755" /><Relationship Type="http://schemas.openxmlformats.org/officeDocument/2006/relationships/notesMaster" Target="/ppt/notesMasters/notesMaster1.xml" Id="Ra97879380e9540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3b9678dc55d4e54" /><Relationship Type="http://schemas.openxmlformats.org/officeDocument/2006/relationships/notesMaster" Target="/ppt/notesMasters/notesMaster1.xml" Id="R93475d92ab48465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fbc6baeeefc4588" /><Relationship Type="http://schemas.openxmlformats.org/officeDocument/2006/relationships/notesMaster" Target="/ppt/notesMasters/notesMaster1.xml" Id="R5f01f35f099c429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cbd65979004cff" /><Relationship Type="http://schemas.openxmlformats.org/officeDocument/2006/relationships/notesMaster" Target="/ppt/notesMasters/notesMaster1.xml" Id="R39efe98ae76c40a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ef5e5b36bd849a5" /><Relationship Type="http://schemas.openxmlformats.org/officeDocument/2006/relationships/notesMaster" Target="/ppt/notesMasters/notesMaster1.xml" Id="R87901f6e3ca341f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c8b9d600f374402" /><Relationship Type="http://schemas.openxmlformats.org/officeDocument/2006/relationships/notesMaster" Target="/ppt/notesMasters/notesMaster1.xml" Id="R1c005f93d8f4486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5993a42ae6a4d22" /><Relationship Type="http://schemas.openxmlformats.org/officeDocument/2006/relationships/notesMaster" Target="/ppt/notesMasters/notesMaster1.xml" Id="R2be0ce1e624a461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56754bb6b824ddc" /><Relationship Type="http://schemas.openxmlformats.org/officeDocument/2006/relationships/notesMaster" Target="/ppt/notesMasters/notesMaster1.xml" Id="Rb51526ec54804de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ba105b09de74e1e" /><Relationship Type="http://schemas.openxmlformats.org/officeDocument/2006/relationships/notesMaster" Target="/ppt/notesMasters/notesMaster1.xml" Id="R2f5ab428c77f430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18943869454735" /><Relationship Type="http://schemas.openxmlformats.org/officeDocument/2006/relationships/notesMaster" Target="/ppt/notesMasters/notesMaster1.xml" Id="R837373ac1d7d455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c1b144569164186" /><Relationship Type="http://schemas.openxmlformats.org/officeDocument/2006/relationships/notesMaster" Target="/ppt/notesMasters/notesMaster1.xml" Id="Rc72e90160fc745b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8a3263018c44a74" /><Relationship Type="http://schemas.openxmlformats.org/officeDocument/2006/relationships/notesMaster" Target="/ppt/notesMasters/notesMaster1.xml" Id="Re2214d5617a048d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4568d4cd3d24726" /><Relationship Type="http://schemas.openxmlformats.org/officeDocument/2006/relationships/notesMaster" Target="/ppt/notesMasters/notesMaster1.xml" Id="R313aa9d7317d44a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57014ff67054dfe" /><Relationship Type="http://schemas.openxmlformats.org/officeDocument/2006/relationships/notesMaster" Target="/ppt/notesMasters/notesMaster1.xml" Id="R05edf0317c34477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033a84e8bb6425d" /><Relationship Type="http://schemas.openxmlformats.org/officeDocument/2006/relationships/notesMaster" Target="/ppt/notesMasters/notesMaster1.xml" Id="R47b18173f89647c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41484425b1b4797" /><Relationship Type="http://schemas.openxmlformats.org/officeDocument/2006/relationships/notesMaster" Target="/ppt/notesMasters/notesMaster1.xml" Id="R056984e6c35b4ce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9dda4b6bba847d4" /><Relationship Type="http://schemas.openxmlformats.org/officeDocument/2006/relationships/notesMaster" Target="/ppt/notesMasters/notesMaster1.xml" Id="Rc3b9d95e270041d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61a452412d944f1" /><Relationship Type="http://schemas.openxmlformats.org/officeDocument/2006/relationships/notesMaster" Target="/ppt/notesMasters/notesMaster1.xml" Id="Rdc87a833a390469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c236a887c8e4fd7" /><Relationship Type="http://schemas.openxmlformats.org/officeDocument/2006/relationships/notesMaster" Target="/ppt/notesMasters/notesMaster1.xml" Id="Rb821ed8d0947471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009e7a3af1e428d" /><Relationship Type="http://schemas.openxmlformats.org/officeDocument/2006/relationships/notesMaster" Target="/ppt/notesMasters/notesMaster1.xml" Id="Rbe458c213cf740f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9b32716bf3c49b2" /><Relationship Type="http://schemas.openxmlformats.org/officeDocument/2006/relationships/notesMaster" Target="/ppt/notesMasters/notesMaster1.xml" Id="R81e7b31b9bf04c0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4bb77dbf3994893" /><Relationship Type="http://schemas.openxmlformats.org/officeDocument/2006/relationships/notesMaster" Target="/ppt/notesMasters/notesMaster1.xml" Id="R497df1a538cc42a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574aeaaf4b94d8b" /><Relationship Type="http://schemas.openxmlformats.org/officeDocument/2006/relationships/notesMaster" Target="/ppt/notesMasters/notesMaster1.xml" Id="Ra94a4154351344e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f6906346dd049e0" /><Relationship Type="http://schemas.openxmlformats.org/officeDocument/2006/relationships/notesMaster" Target="/ppt/notesMasters/notesMaster1.xml" Id="R5cf3c64c0680474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dd440f16afd45ed" /><Relationship Type="http://schemas.openxmlformats.org/officeDocument/2006/relationships/notesMaster" Target="/ppt/notesMasters/notesMaster1.xml" Id="Rc368f8a406074a7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20054b78f0d440f" /><Relationship Type="http://schemas.openxmlformats.org/officeDocument/2006/relationships/notesMaster" Target="/ppt/notesMasters/notesMaster1.xml" Id="Rccef7a877df8420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43191ee856e42a6" /><Relationship Type="http://schemas.openxmlformats.org/officeDocument/2006/relationships/notesMaster" Target="/ppt/notesMasters/notesMaster1.xml" Id="R8214af8d3216492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179c3f4faec43b0" /><Relationship Type="http://schemas.openxmlformats.org/officeDocument/2006/relationships/notesMaster" Target="/ppt/notesMasters/notesMaster1.xml" Id="R48cdfacefd0a4fd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78c7055646745e2" /><Relationship Type="http://schemas.openxmlformats.org/officeDocument/2006/relationships/notesMaster" Target="/ppt/notesMasters/notesMaster1.xml" Id="R8bcd83348988429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e0736a148d14a04" /><Relationship Type="http://schemas.openxmlformats.org/officeDocument/2006/relationships/notesMaster" Target="/ppt/notesMasters/notesMaster1.xml" Id="Rf8bffdacafcf4bc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a17e5ef44a646fd" /><Relationship Type="http://schemas.openxmlformats.org/officeDocument/2006/relationships/notesMaster" Target="/ppt/notesMasters/notesMaster1.xml" Id="Rcb3b7f8da2b9426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e1352be70124a14" /><Relationship Type="http://schemas.openxmlformats.org/officeDocument/2006/relationships/notesMaster" Target="/ppt/notesMasters/notesMaster1.xml" Id="Rfd4e1586f7f24b3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f12ee4117914785" /><Relationship Type="http://schemas.openxmlformats.org/officeDocument/2006/relationships/notesMaster" Target="/ppt/notesMasters/notesMaster1.xml" Id="R122ec84e97444b3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7cbd90cb701457d" /><Relationship Type="http://schemas.openxmlformats.org/officeDocument/2006/relationships/notesMaster" Target="/ppt/notesMasters/notesMaster1.xml" Id="Rb01600f4609b469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6b943e1e5b5409c" /><Relationship Type="http://schemas.openxmlformats.org/officeDocument/2006/relationships/notesMaster" Target="/ppt/notesMasters/notesMaster1.xml" Id="Reba38d6f18b645c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0697c21a4b14545" /><Relationship Type="http://schemas.openxmlformats.org/officeDocument/2006/relationships/notesMaster" Target="/ppt/notesMasters/notesMaster1.xml" Id="R3d84f1c7753845c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2ed10a57e584db6" /><Relationship Type="http://schemas.openxmlformats.org/officeDocument/2006/relationships/notesMaster" Target="/ppt/notesMasters/notesMaster1.xml" Id="Rf563ee5f4178433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03ed5e1107648a5" /><Relationship Type="http://schemas.openxmlformats.org/officeDocument/2006/relationships/notesMaster" Target="/ppt/notesMasters/notesMaster1.xml" Id="Rea319ed7841b403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5b1d116a63e4085" /><Relationship Type="http://schemas.openxmlformats.org/officeDocument/2006/relationships/notesMaster" Target="/ppt/notesMasters/notesMaster1.xml" Id="R5009c678efba430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9350e0f20484a02" /><Relationship Type="http://schemas.openxmlformats.org/officeDocument/2006/relationships/notesMaster" Target="/ppt/notesMasters/notesMaster1.xml" Id="Rc31679c59bf04ae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f618518254946c2" /><Relationship Type="http://schemas.openxmlformats.org/officeDocument/2006/relationships/notesMaster" Target="/ppt/notesMasters/notesMaster1.xml" Id="R2697a272fcfc41b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26c80f1cca947f7" /><Relationship Type="http://schemas.openxmlformats.org/officeDocument/2006/relationships/notesMaster" Target="/ppt/notesMasters/notesMaster1.xml" Id="Rc3eb65b6abed400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ece32f9184b41ac" /><Relationship Type="http://schemas.openxmlformats.org/officeDocument/2006/relationships/notesMaster" Target="/ppt/notesMasters/notesMaster1.xml" Id="Re9b0419ddad54b2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d10a25d62984f1e" /><Relationship Type="http://schemas.openxmlformats.org/officeDocument/2006/relationships/notesMaster" Target="/ppt/notesMasters/notesMaster1.xml" Id="Rb6249372b3fe48e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c37f3bf19f64e43" /><Relationship Type="http://schemas.openxmlformats.org/officeDocument/2006/relationships/notesMaster" Target="/ppt/notesMasters/notesMaster1.xml" Id="Rbd4fb638ab53449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72e82efa14744f5" /><Relationship Type="http://schemas.openxmlformats.org/officeDocument/2006/relationships/notesMaster" Target="/ppt/notesMasters/notesMaster1.xml" Id="Rd919c15d012245c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ba12097a2e14322" /><Relationship Type="http://schemas.openxmlformats.org/officeDocument/2006/relationships/notesMaster" Target="/ppt/notesMasters/notesMaster1.xml" Id="R6d98645311094d6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07edabe258c40d0" /><Relationship Type="http://schemas.openxmlformats.org/officeDocument/2006/relationships/notesMaster" Target="/ppt/notesMasters/notesMaster1.xml" Id="Rc14750cae975484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becc87494f746fd" /><Relationship Type="http://schemas.openxmlformats.org/officeDocument/2006/relationships/notesMaster" Target="/ppt/notesMasters/notesMaster1.xml" Id="Rbcee2e65e5b9406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38fc2d631f8483c" /><Relationship Type="http://schemas.openxmlformats.org/officeDocument/2006/relationships/notesMaster" Target="/ppt/notesMasters/notesMaster1.xml" Id="Rc86e749974b64a4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9dccb358082476f" /><Relationship Type="http://schemas.openxmlformats.org/officeDocument/2006/relationships/notesMaster" Target="/ppt/notesMasters/notesMaster1.xml" Id="R017bff88520f401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7796a540ed444e5" /><Relationship Type="http://schemas.openxmlformats.org/officeDocument/2006/relationships/notesMaster" Target="/ppt/notesMasters/notesMaster1.xml" Id="R75b94976915148f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86fb8c7b84349b3" /><Relationship Type="http://schemas.openxmlformats.org/officeDocument/2006/relationships/notesMaster" Target="/ppt/notesMasters/notesMaster1.xml" Id="R1da25d8739ef425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d210144c6014391" /><Relationship Type="http://schemas.openxmlformats.org/officeDocument/2006/relationships/notesMaster" Target="/ppt/notesMasters/notesMaster1.xml" Id="R851810ce211345e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acbe00f60804b05" /><Relationship Type="http://schemas.openxmlformats.org/officeDocument/2006/relationships/notesMaster" Target="/ppt/notesMasters/notesMaster1.xml" Id="R105f3f52a8a34d9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f40a46b5e844da0" /><Relationship Type="http://schemas.openxmlformats.org/officeDocument/2006/relationships/notesMaster" Target="/ppt/notesMasters/notesMaster1.xml" Id="Re04c282460a3402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48f2d4ea5a54fb3" /><Relationship Type="http://schemas.openxmlformats.org/officeDocument/2006/relationships/notesMaster" Target="/ppt/notesMasters/notesMaster1.xml" Id="R309bf092d93e49b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258e09a528c4bcb" /><Relationship Type="http://schemas.openxmlformats.org/officeDocument/2006/relationships/notesMaster" Target="/ppt/notesMasters/notesMaster1.xml" Id="R775cc2b243954c2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bf22fe8135b4522" /><Relationship Type="http://schemas.openxmlformats.org/officeDocument/2006/relationships/notesMaster" Target="/ppt/notesMasters/notesMaster1.xml" Id="Rc9e1b198b08348c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497c028e72c46c7" /><Relationship Type="http://schemas.openxmlformats.org/officeDocument/2006/relationships/notesMaster" Target="/ppt/notesMasters/notesMaster1.xml" Id="R9c6e4b70839c449f"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096ecd22f28422e" /><Relationship Type="http://schemas.openxmlformats.org/officeDocument/2006/relationships/notesMaster" Target="/ppt/notesMasters/notesMaster1.xml" Id="Rd4747421c16a497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cba98e2b099d4443" /><Relationship Type="http://schemas.openxmlformats.org/officeDocument/2006/relationships/notesMaster" Target="/ppt/notesMasters/notesMaster1.xml" Id="Rd3ebdb36b1374f1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8db6aa855914628" /><Relationship Type="http://schemas.openxmlformats.org/officeDocument/2006/relationships/notesMaster" Target="/ppt/notesMasters/notesMaster1.xml" Id="R29d339538bfe4ca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58b73edb6b748f3" /><Relationship Type="http://schemas.openxmlformats.org/officeDocument/2006/relationships/notesMaster" Target="/ppt/notesMasters/notesMaster1.xml" Id="Rf2934be12fa24ff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f8a09ea30364cfe" /><Relationship Type="http://schemas.openxmlformats.org/officeDocument/2006/relationships/notesMaster" Target="/ppt/notesMasters/notesMaster1.xml" Id="Ra04ec26ac58d41e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d58831af42a741c7" /><Relationship Type="http://schemas.openxmlformats.org/officeDocument/2006/relationships/notesMaster" Target="/ppt/notesMasters/notesMaster1.xml" Id="Rdeca249981444bc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ceb5684d9fc4be1" /><Relationship Type="http://schemas.openxmlformats.org/officeDocument/2006/relationships/notesMaster" Target="/ppt/notesMasters/notesMaster1.xml" Id="Rdd62efe4ff0b457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d4fdbd829ea4421" /><Relationship Type="http://schemas.openxmlformats.org/officeDocument/2006/relationships/notesMaster" Target="/ppt/notesMasters/notesMaster1.xml" Id="Rced5c2d9fb364b7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74a026366634ff9" /><Relationship Type="http://schemas.openxmlformats.org/officeDocument/2006/relationships/notesMaster" Target="/ppt/notesMasters/notesMaster1.xml" Id="R221ef6f114b242a2"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250d17e8d534785" /><Relationship Type="http://schemas.openxmlformats.org/officeDocument/2006/relationships/notesMaster" Target="/ppt/notesMasters/notesMaster1.xml" Id="Re7f0c67f015b472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c3062b5145454677" /><Relationship Type="http://schemas.openxmlformats.org/officeDocument/2006/relationships/notesMaster" Target="/ppt/notesMasters/notesMaster1.xml" Id="R7f684e72a48348cc"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4f06cb57317437c" /><Relationship Type="http://schemas.openxmlformats.org/officeDocument/2006/relationships/notesMaster" Target="/ppt/notesMasters/notesMaster1.xml" Id="Rc3825c5d9aec40f0"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0ebf2062387947b5" /><Relationship Type="http://schemas.openxmlformats.org/officeDocument/2006/relationships/notesMaster" Target="/ppt/notesMasters/notesMaster1.xml" Id="Re9b193712126453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7dba03a40374b4b" /><Relationship Type="http://schemas.openxmlformats.org/officeDocument/2006/relationships/notesMaster" Target="/ppt/notesMasters/notesMaster1.xml" Id="R23d60386850c410a"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81d806121d544334" /><Relationship Type="http://schemas.openxmlformats.org/officeDocument/2006/relationships/notesMaster" Target="/ppt/notesMasters/notesMaster1.xml" Id="R5837d72579804cd4"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882f044e41d498a" /><Relationship Type="http://schemas.openxmlformats.org/officeDocument/2006/relationships/notesMaster" Target="/ppt/notesMasters/notesMaster1.xml" Id="Rc7ebbe73467f41a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ae00ff2806446be" /><Relationship Type="http://schemas.openxmlformats.org/officeDocument/2006/relationships/notesMaster" Target="/ppt/notesMasters/notesMaster1.xml" Id="R44655d8c67b1462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7cbbe695f4c47dc" /><Relationship Type="http://schemas.openxmlformats.org/officeDocument/2006/relationships/notesMaster" Target="/ppt/notesMasters/notesMaster1.xml" Id="R1c8144f98a964bf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e93dae5d3ccb4d6e" /><Relationship Type="http://schemas.openxmlformats.org/officeDocument/2006/relationships/notesMaster" Target="/ppt/notesMasters/notesMaster1.xml" Id="R1617d7fca44b481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4a92fa1800984ed9" /><Relationship Type="http://schemas.openxmlformats.org/officeDocument/2006/relationships/notesMaster" Target="/ppt/notesMasters/notesMaster1.xml" Id="R5592174fc2cb4dc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dd983385f3f4e8c" /><Relationship Type="http://schemas.openxmlformats.org/officeDocument/2006/relationships/notesMaster" Target="/ppt/notesMasters/notesMaster1.xml" Id="R9d8f3f877dea4db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fd0beb1e985d4869" /><Relationship Type="http://schemas.openxmlformats.org/officeDocument/2006/relationships/notesMaster" Target="/ppt/notesMasters/notesMaster1.xml" Id="R1a02281e210f4b54"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c61ad41f46dc4647" /><Relationship Type="http://schemas.openxmlformats.org/officeDocument/2006/relationships/notesMaster" Target="/ppt/notesMasters/notesMaster1.xml" Id="Raac970a4b07a408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d05a12662ee48fd" /><Relationship Type="http://schemas.openxmlformats.org/officeDocument/2006/relationships/notesMaster" Target="/ppt/notesMasters/notesMaster1.xml" Id="R92d42ea8505d44f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69d4617aded6459a" /><Relationship Type="http://schemas.openxmlformats.org/officeDocument/2006/relationships/notesMaster" Target="/ppt/notesMasters/notesMaster1.xml" Id="Re36f5647aa4e4c8c"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b331081fd184961" /><Relationship Type="http://schemas.openxmlformats.org/officeDocument/2006/relationships/notesMaster" Target="/ppt/notesMasters/notesMaster1.xml" Id="Rbe2166b7732e4a81"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5332370e9db44a1a" /><Relationship Type="http://schemas.openxmlformats.org/officeDocument/2006/relationships/notesMaster" Target="/ppt/notesMasters/notesMaster1.xml" Id="R0245608d71e6484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dc97d8b97a84f59" /><Relationship Type="http://schemas.openxmlformats.org/officeDocument/2006/relationships/notesMaster" Target="/ppt/notesMasters/notesMaster1.xml" Id="R13acfef20cb941d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e72b0875eec74492" /><Relationship Type="http://schemas.openxmlformats.org/officeDocument/2006/relationships/notesMaster" Target="/ppt/notesMasters/notesMaster1.xml" Id="R33a26ffb6746477a"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8c823855e4c4424d" /><Relationship Type="http://schemas.openxmlformats.org/officeDocument/2006/relationships/notesMaster" Target="/ppt/notesMasters/notesMaster1.xml" Id="R4cbcfa2799d94a8e"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6f5601e7b95844a2" /><Relationship Type="http://schemas.openxmlformats.org/officeDocument/2006/relationships/notesMaster" Target="/ppt/notesMasters/notesMaster1.xml" Id="R6f7627be51b746dc"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ea82eef17ff145f8" /><Relationship Type="http://schemas.openxmlformats.org/officeDocument/2006/relationships/notesMaster" Target="/ppt/notesMasters/notesMaster1.xml" Id="R99bec34ddb9f489b"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b280ff9ab854160" /><Relationship Type="http://schemas.openxmlformats.org/officeDocument/2006/relationships/notesMaster" Target="/ppt/notesMasters/notesMaster1.xml" Id="R791bcc46af4e4a86"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337bf9693117432f" /><Relationship Type="http://schemas.openxmlformats.org/officeDocument/2006/relationships/notesMaster" Target="/ppt/notesMasters/notesMaster1.xml" Id="R961197ae2c6d4617"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be1238ebbcbb4c71" /><Relationship Type="http://schemas.openxmlformats.org/officeDocument/2006/relationships/notesMaster" Target="/ppt/notesMasters/notesMaster1.xml" Id="Rd0be898e20cf4f57"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d739b277a9d54128" /><Relationship Type="http://schemas.openxmlformats.org/officeDocument/2006/relationships/notesMaster" Target="/ppt/notesMasters/notesMaster1.xml" Id="R5a0d5e26a16240ab"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86a06d201f9847a5" /><Relationship Type="http://schemas.openxmlformats.org/officeDocument/2006/relationships/notesMaster" Target="/ppt/notesMasters/notesMaster1.xml" Id="Rfc340fb8eba74664"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809fd6af31a647d3" /><Relationship Type="http://schemas.openxmlformats.org/officeDocument/2006/relationships/notesMaster" Target="/ppt/notesMasters/notesMaster1.xml" Id="R6d4f121207c64cc8"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1ac205b203a24b69" /><Relationship Type="http://schemas.openxmlformats.org/officeDocument/2006/relationships/notesMaster" Target="/ppt/notesMasters/notesMaster1.xml" Id="Rcb04be5044a14039"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69d8502e247c45f9" /><Relationship Type="http://schemas.openxmlformats.org/officeDocument/2006/relationships/notesMaster" Target="/ppt/notesMasters/notesMaster1.xml" Id="Ra8f0269d7eb04b46"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0666f88aea854ce7" /><Relationship Type="http://schemas.openxmlformats.org/officeDocument/2006/relationships/notesMaster" Target="/ppt/notesMasters/notesMaster1.xml" Id="R73a56883c353402c"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36bb8116e8394160" /><Relationship Type="http://schemas.openxmlformats.org/officeDocument/2006/relationships/notesMaster" Target="/ppt/notesMasters/notesMaster1.xml" Id="Rb039c32db70945e0"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b791bfde86e746cf" /><Relationship Type="http://schemas.openxmlformats.org/officeDocument/2006/relationships/notesMaster" Target="/ppt/notesMasters/notesMaster1.xml" Id="R89dc30a879fe4bdb"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45883ad84c1648da" /><Relationship Type="http://schemas.openxmlformats.org/officeDocument/2006/relationships/notesMaster" Target="/ppt/notesMasters/notesMaster1.xml" Id="R551a1b9d4d3a433a"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207b9a9f98bf4653" /><Relationship Type="http://schemas.openxmlformats.org/officeDocument/2006/relationships/notesMaster" Target="/ppt/notesMasters/notesMaster1.xml" Id="Ra5d5261bff9242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applies the already-demonstrated signed ER20 state without changing its window or cutoff. It preserves the return grid and prior-sign split from the preceding sections.</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means not estimable, not no effect. At prior horizon 20 the signed state and the prior-return sign share the exact numerator. Opposite-sign branch counts also fall below 30 at nearby horizons.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runs/research_workbench/operator_hypothesis_lab/tsla_signed_er20_conditioned_grid_20260826/run_spec.csv</a:t>
            </a:r>
          </a:p>
          <a:p xmlns:a="http://schemas.openxmlformats.org/drawingml/2006/main">
            <a:r>
              <a:t>- runs/research_workbench/operator_hypothesis_lab/tsla_signed_er20_conditioned_grid_20260826/sign_asymmetry_estimability_summary.csv</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operator_hypothesis_lab/docs/TSLA_SIGNED_ER20_CONDITIONED_RETURN_GEOMETRY_2018_2023.md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DOWN-state correlations mean deeper completed declines align with stronger subsequent rebounds. At p20/f20 the mean following return is positive 5.61% and the following return is positive 61.2% of the time; this is not downside continuation.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runs/research_workbench/operator_hypothesis_lab/tsla_signed_er20_conditioned_grid_20260826/visuals/tsla_signed_er20_state_pearson_heatmaps.png</a:t>
            </a:r>
          </a:p>
          <a:p xmlns:a="http://schemas.openxmlformats.org/drawingml/2006/main">
            <a:r>
              <a:t>- runs/research_workbench/operator_hypothesis_lab/tsla_signed_er20_conditioned_grid_20260826/state_grid_statistics.csv</a:t>
            </a:r>
          </a:p>
          <a:p xmlns:a="http://schemas.openxmlformats.org/drawingml/2006/main">
            <a:r>
              <a:t>- runs/research_workbench/operator_hypothesis_lab/tsla_signed_er20_conditioned_grid_20260826/state_family_bh_pass_summary.csv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DOWN-minus-SIDEWAYS has family-level survivors. The pairwise interaction model compares OLS slopes with overlap-aware HAC; the visible values are descriptive correlation deltas.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runs/research_workbench/operator_hypothesis_lab/tsla_signed_er20_conditioned_grid_20260826/visuals/tsla_signed_er20_state_difference_heatmaps.png</a:t>
            </a:r>
          </a:p>
          <a:p xmlns:a="http://schemas.openxmlformats.org/drawingml/2006/main">
            <a:r>
              <a:t>- runs/research_workbench/operator_hypothesis_lab/tsla_signed_er20_conditioned_grid_20260826/state_pair_comparison_statistics.csv</a:t>
            </a:r>
          </a:p>
          <a:p xmlns:a="http://schemas.openxmlformats.org/drawingml/2006/main">
            <a:r>
              <a:t>- runs/research_workbench/operator_hypothesis_lab/tsla_signed_er20_conditioned_grid_20260826/state_comparison_family_bh_pass_summary.csv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DOWN p5/f20, negative-prior Pearson is -0.341 and positive-prior Pearson is +0.471. Both branches have positive mean following returns; the interaction is a slope difference, not a realized-return spread.</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runs/research_workbench/operator_hypothesis_lab/tsla_signed_er20_conditioned_grid_20260826/sign_asymmetry_estimability_summary.csv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main selection-geometry safeguard. Red outlines mean fewer than 30 observations in the smaller sign branch. These cells are excluded from direct sign-interaction estimation and BH correction.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successful descriptive filter application. The unexpected result is rebound geometry inside trending-down paths, not continuation inside trending-up paths. The next gate is a frozen workflow template and predeclared asset transport, not parameter tuning.</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runs/research_workbench/operator_hypothesis_lab/tsla_signed_er20_conditioned_grid_20260826/global_bh_pass_summary.csv</a:t>
            </a:r>
          </a:p>
          <a:p xmlns:a="http://schemas.openxmlformats.org/drawingml/2006/main">
            <a:r>
              <a:t>- runs/research_workbench/operator_hypothesis_lab/tsla_signed_er20_conditioned_grid_20260826/grid_checks.csv</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answers the sequencing question by transporting the frozen TSLA microscope before adding 6–9-session horizons. The aim is morphology, not a strategy or performance claim.</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runs/research_workbench/operator_hypothesis_lab/own_asset_return_geometry_atlas_20260826/run_spec.csv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and inferential cells were fixed before examining cross-asset outcomes. Complete grids are descriptive; formal inference is limited to seven TSLA-discovered comparisons.</a:t>
            </a:r>
          </a:p>
          <a:p xmlns:a="http://schemas.openxmlformats.org/drawingml/2006/main">
            <a:r>
              <a:t/>
            </a:r>
          </a:p>
          <a:p xmlns:a="http://schemas.openxmlformats.org/drawingml/2006/main">
            <a:r>
              <a:t>[Sources]</a:t>
            </a:r>
          </a:p>
          <a:p xmlns:a="http://schemas.openxmlformats.org/drawingml/2006/main">
            <a:r>
              <a:t>- operator_hypothesis_lab/registries/own_asset_return_geometry_atlas.csv</a:t>
            </a:r>
          </a:p>
          <a:p xmlns:a="http://schemas.openxmlformats.org/drawingml/2006/main">
            <a:r>
              <a:t>- runs/research_workbench/operator_hypothesis_lab/own_asset_return_geometry_atlas_20260826/run_spec.csv</a:t>
            </a:r>
          </a:p>
          <a:p xmlns:a="http://schemas.openxmlformats.org/drawingml/2006/main">
            <a:r>
              <a:t>- runs/research_workbench/operator_hypothesis_lab/own_asset_return_geometry_atlas_20260826/atlas_checks.csv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direction of the TSLA finding repeats in 23 of 29 transport assets. This is breadth evidence for the morphology, not a trading rule.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runs/research_workbench/operator_hypothesis_lab/own_asset_return_geometry_atlas_20260826/visuals/signed_er20_down_p20_f20_asset_effects.png</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runs/research_workbench/operator_hypothesis_lab/own_asset_return_geometry_atlas_20260826/frozen_replication_inference.csv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cross-asset median surface shows a broad long-prior, long-following negative island. That argues against a cell-specific accident and points to the 15–25-session neighborhood if later refinement is authorized.</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runs/research_workbench/operator_hypothesis_lab/own_asset_return_geometry_atlas_20260826/visuals/signed_er20_down_equal_asset_median_heatmap.png</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effect is not confined to operator favorites or high-beta equities. All six behavior groups have negative median correlation at the frozen DOWN p20/f20 cell.</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runs/research_workbench/operator_hypothesis_lab/own_asset_return_geometry_atlas_20260826/visuals/frozen_replication_group_breadth.png</a:t>
            </a:r>
          </a:p>
          <a:p xmlns:a="http://schemas.openxmlformats.org/drawingml/2006/main">
            <a:r>
              <a:t>- runs/research_workbench/operator_hypothesis_lab/own_asset_return_geometry_atlas_20260826/frozen_replication_group_summary.csv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contact sheet is a morphology check. It shows recurring long-horizon rebound geometry without pretending every asset has the same map or effect size.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runs/research_workbench/operator_hypothesis_lab/own_asset_return_geometry_atlas_20260826/visuals/signed_er20_down_asset_heatmap_atlas.png</a:t>
            </a:r>
          </a:p>
          <a:p xmlns:a="http://schemas.openxmlformats.org/drawingml/2006/main">
            <a:r>
              <a:t>- runs/research_workbench/operator_hypothesis_lab/own_asset_return_geometry_atlas_20260826/asset_state_grid_cells.csv</a:t>
            </a:r>
          </a:p>
          <a:p xmlns:a="http://schemas.openxmlformats.org/drawingml/2006/main">
            <a:r>
              <a:t>- runs/research_workbench/operator_hypothesis_lab/own_asset_return_geometry_atlas_20260826/asset_map_similarity_to_tsla.csv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separates the robust descriptive shape from the TSLA-local wrinkle. The DOWN-state long-horizon rebound transports; the unfiltered 1x1 sign kink does not.</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runs/research_workbench/operator_hypothesis_lab/own_asset_return_geometry_atlas_20260826/frozen_replication_group_summary.csv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 strengthens the case that the morphology is real in-sample, but it does not resolve shared-path conditioning, same-date dependence, later-time stability, or realizable returns.</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runs/research_workbench/operator_hypothesis_lab/own_asset_return_geometry_atlas_20260826/report.md</a:t>
            </a:r>
          </a:p>
          <a:p xmlns:a="http://schemas.openxmlformats.org/drawingml/2006/main">
            <a:r>
              <a:t>- runs/research_workbench/operator_hypothesis_lab/own_asset_return_geometry_atlas_20260826/tsla_parity_checks.csv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gives no special reason to add 6–9-session horizons. If the operator opens refinement, the evidence-backed target is the broad 15–25-session neighborhood, ideally with a frozen later-time increment before strategy work.</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atlas can be read as a behavioral microscope. Prior-return sign and the within-branch slope define four archetypes, while the existing state filters change which archetype is most prevalent.</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grammar prevents the investigation from repeatedly renaming whichever cell looks interesting. A positive slope means continuation within that sign branch; a negative slope means reversal within that branch.</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runs/research_workbench/operator_hypothesis_lab/return_geometry_behavior_catalog_20260826/visuals/behavior_archetype_grammar.png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supported cell requires at least 20 estimable assets and at least 60 percent same-sign breadth. These are post-hoc display rules for cataloging the inspected atlas, not inferential thresholds.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runs/research_workbench/operator_hypothesis_lab/return_geometry_behavior_catalog_20260826/visuals/behavior_state_catalog.png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classical momentum-like branch is visible, but not where a simple trending-up intuition would put it. It clusters most strongly in path-sideways observations and more modestly in low ATR percent; the signed-up state instead leans toward gain exhaustion.</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runs/research_workbench/operator_hypothesis_lab/return_geometry_behavior_catalog_20260826/visuals/gain_continuation_state_heatmaps.png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atlas-wide catalog dims the spotlight on one TSLA-discovered cell. Loss rebound is a broad family of geometry across several states, although signed-down maps retain structural blanks where conditioning and prior sign cannot coexist.</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runs/research_workbench/operator_hypothesis_lab/return_geometry_behavior_catalog_20260826/visuals/loss_rebound_state_heatmaps.png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Information diffusion, extension, overshoot, liquidity relief, volatility normalization, and forced deleveraging are candidate mechanisms only. Shared-path selection, overlap, drift, and common shocks remain competing explanations.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runs/research_workbench/operator_hypothesis_lab/return_geometry_behavior_catalog_20260826/visuals/behavior_mechanism_theses.png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catalog is a naming and discrimination layer. It earns clearer hypothesis generation, not a strategy. Any next confirmation should predeclare one archetype, one state, and one horizon neighborhood rather than search the complete atlas again.</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runs/research_workbench/operator_hypothesis_lab/return_geometry_behavior_catalog_20260826/behavior_catalog_state_summary.csv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coarse atlas earned one finer descriptive slice. The question is topological: bounded island, exact-window artifact, or broad open surface. The slice does not search for a tradable parameter.</a:t>
            </a:r>
          </a:p>
          <a:p xmlns:a="http://schemas.openxmlformats.org/drawingml/2006/main">
            <a:r>
              <a:t/>
            </a:r>
          </a:p>
          <a:p xmlns:a="http://schemas.openxmlformats.org/drawingml/2006/main">
            <a:r>
              <a:t>[Sources]</a:t>
            </a:r>
          </a:p>
          <a:p xmlns:a="http://schemas.openxmlformats.org/drawingml/2006/main">
            <a:r>
              <a:t>- operator_hypothesis_lab/docs/OWN_ASSET_RETURN_GEOMETRY_REBOUND_TOPOLOGY_2018_2023.md</a:t>
            </a:r>
          </a:p>
          <a:p xmlns:a="http://schemas.openxmlformats.org/drawingml/2006/main">
            <a:r>
              <a:t>- runs/research_workbench/operator_hypothesis_lab/return_geometry_rebound_topology_20260827/run_spec.csv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the horizon resolution changes. The primary state and two comparators were declared before the surface was interpreted, and the old coarse cells serve as an exact parity check.</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runs/research_workbench/operator_hypothesis_lab/return_geometry_rebound_topology_20260827/run_spec.csv</a:t>
            </a:r>
          </a:p>
          <a:p xmlns:a="http://schemas.openxmlformats.org/drawingml/2006/main">
            <a:r>
              <a:t>- runs/research_workbench/operator_hypothesis_lab/return_geometry_rebound_topology_20260827/topology_checks.csv</a:t>
            </a:r>
          </a:p>
          <a:p xmlns:a="http://schemas.openxmlformats.org/drawingml/2006/main">
            <a:r>
              <a:t>- operator_hypothesis_lab/registries/own_asset_return_geometry_atlas.csv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Black outlines mark the predeclared strong-cell rule. The signed-down component spans 414 cells and touches every edge of the inspected 10–30 grid.</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runs/research_workbench/operator_hypothesis_lab/return_geometry_rebound_topology_20260827/visuals/fine_grid_equal_asset_median_surfaces.png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Cross-asset breadth is the guard against a single-name color patch. It does not turn common calendar observations into independent evidence.</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runs/research_workbench/operator_hypothesis_lab/return_geometry_rebound_topology_20260827/visuals/fine_grid_cross_asset_breadth_surfaces.png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signed-down prior-20 row median differs from adjacent rows by only -0.0036; its following-20 column differs from adjacent columns by -0.0099. That reduces, but does not eliminate, shared-path coupling concern.</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runs/research_workbench/operator_hypothesis_lab/return_geometry_rebound_topology_20260827/visuals/p20_topology_cross_sections.png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group maps preserve identity rather than pooling everything into one result. Five assets per group are enough to show heterogeneity, not to estimate an asset-class population.</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runs/research_workbench/operator_hypothesis_lab/return_geometry_rebound_topology_20260827/visuals/signed_down_behavior_group_surfaces.png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largest strong component touches the grid boundary. The correct label is open plateau or ridge; 20→26 and 18→24 are descriptive extrema, not selected parameters.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runs/research_workbench/operator_hypothesis_lab/return_geometry_rebound_topology_20260827/visuals/topology_coverage_summary.png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fine grid answers the approved question: the transported rebound is a broad open surface rather than an exact-window island. The current 30 assets are sufficient for that diagnosis, but not for population-level asset-class claims. No later data, horizon extension, breadth expansion, or rule is opened here.</a:t>
            </a:r>
          </a:p>
          <a:p xmlns:a="http://schemas.openxmlformats.org/drawingml/2006/main">
            <a:r>
              <a:t/>
            </a:r>
          </a:p>
          <a:p xmlns:a="http://schemas.openxmlformats.org/drawingml/2006/main">
            <a:r>
              <a:t>[Sources]</a:t>
            </a:r>
          </a:p>
          <a:p xmlns:a="http://schemas.openxmlformats.org/drawingml/2006/main">
            <a:r>
              <a:t>- operator_hypothesis_lab/docs/OWN_ASSET_RETURN_GEOMETRY_REBOUND_TOPOLOGY_2018_2023.md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fine-grid result was open at 30, so this slice asks a narrow boundary question. Sparse checkpoints protect the operator from turning one descriptive plateau into a dense endpoint search.</a:t>
            </a:r>
          </a:p>
          <a:p xmlns:a="http://schemas.openxmlformats.org/drawingml/2006/main">
            <a:r>
              <a:t/>
            </a:r>
          </a:p>
          <a:p xmlns:a="http://schemas.openxmlformats.org/drawingml/2006/main">
            <a:r>
              <a:t>[Sources]</a:t>
            </a:r>
          </a:p>
          <a:p xmlns:a="http://schemas.openxmlformats.org/drawingml/2006/main">
            <a:r>
              <a:t>- operator_hypothesis_lab/docs/OWN_ASSET_RETURN_GEOMETRY_REBOUND_BOUNDARY_PROBE_2018_2023.md</a:t>
            </a:r>
          </a:p>
          <a:p xmlns:a="http://schemas.openxmlformats.org/drawingml/2006/main">
            <a:r>
              <a:t>- runs/research_workbench/operator_hypothesis_lab/return_geometry_rebound_boundary_probe_20260827/run_spec.csv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union contains 147 unique prior/following pairs. Both orientations are measured: vary prior with following fixed, and vary following with prior fixed. Shared 10–30 cells must match the preceding packet exactly.</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runs/research_workbench/operator_hypothesis_lab/return_geometry_rebound_boundary_probe_20260827/probe_registry.csv</a:t>
            </a:r>
          </a:p>
          <a:p xmlns:a="http://schemas.openxmlformats.org/drawingml/2006/main">
            <a:r>
              <a:t>- runs/research_workbench/operator_hypothesis_lab/return_geometry_rebound_boundary_probe_20260827/boundary_probe_checks.csv</a:t>
            </a:r>
          </a:p>
          <a:p xmlns:a="http://schemas.openxmlformats.org/drawingml/2006/main">
            <a:r>
              <a:t>- operator_hypothesis_lab/registries/own_asset_return_geometry_atlas.csv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condition, orientation, and fixed-anchor path remains breadth-supported and strong at 35, 40, 50, 75, and 100 sessions. This is one cumulative morphology result, not 18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runs/research_workbench/operator_hypothesis_lab/return_geometry_rebound_boundary_probe_20260827/visuals/boundary_equal_asset_cross_sections.png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breadth view guards against one or two names driving the equal-asset median. Same-date observations remain dependent, so breadth does not create independent time experiments.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runs/research_workbench/operator_hypothesis_lab/return_geometry_rebound_boundary_probe_20260827/visuals/boundary_cross_asset_breadth.png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signed-down boundary matrix remains strong in both orientations. The most negative outer values occur when the prior anchor stays at 20–30 and cumulative following return expands to 100.</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runs/research_workbench/operator_hypothesis_lab/return_geometry_rebound_boundary_probe_20260827/visuals/signed_down_outer_checkpoint_matrix.png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100-session signed-down boundary, equity-ETF group medians are about -0.58 to -0.67. Non-equity proxy medians are only about -0.03 to -0.06 when the following horizon expands. Five-name groups remain descriptive.</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runs/research_workbench/operator_hypothesis_lab/return_geometry_rebound_boundary_probe_20260827/visuals/signed_down_group_boundary_cross_sections.png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Longer windows reduce the number of completed observations, especially after signed-down filtering, but the descriptive support guardrails remain satisfied through 100 sessions.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runs/research_workbench/operator_hypothesis_lab/return_geometry_rebound_boundary_probe_20260827/visuals/boundary_sample_support.png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100-session cumulative future return includes every earlier return block. Persistence at 100 may mean that a rebound happened early and remains embedded in the total; it does not show that new return continues for 100 sessions. Incremental blocks are the clean next measurement.</a:t>
            </a:r>
          </a:p>
          <a:p xmlns:a="http://schemas.openxmlformats.org/drawingml/2006/main">
            <a:r>
              <a:t/>
            </a:r>
          </a:p>
          <a:p xmlns:a="http://schemas.openxmlformats.org/drawingml/2006/main">
            <a:r>
              <a:t>[Sources]</a:t>
            </a:r>
          </a:p>
          <a:p xmlns:a="http://schemas.openxmlformats.org/drawingml/2006/main">
            <a:r>
              <a:t>- operator_hypothesis_lab/docs/OWN_ASSET_RETURN_GEOMETRY_REBOUND_BOUNDARY_PROBE_2018_2023.md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slice opens breadth, not another horizon search. The attention sleeve and controls are retained as challengers, while the full-history 88-stock core determines the equal-sector headline.</a:t>
            </a:r>
          </a:p>
          <a:p xmlns:a="http://schemas.openxmlformats.org/drawingml/2006/main">
            <a:r>
              <a:t/>
            </a:r>
          </a:p>
          <a:p xmlns:a="http://schemas.openxmlformats.org/drawingml/2006/main">
            <a:r>
              <a:t>[Sources]</a:t>
            </a:r>
          </a:p>
          <a:p xmlns:a="http://schemas.openxmlformats.org/drawingml/2006/main">
            <a:r>
              <a:t>- operator_hypothesis_lab/docs/RETURN_GEOMETRY_WIDE_ATLAS_2018_2023.md</a:t>
            </a:r>
          </a:p>
          <a:p xmlns:a="http://schemas.openxmlformats.org/drawingml/2006/main">
            <a:r>
              <a:t>- operator_hypothesis_lab/registries/return_geometry_wide_atlas.csv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GICS supplies the 11-sector top-level taxonomy. These are frozen current research labels, not point-in-time constituent histories. Only the core enters equal-sector aggregation.</a:t>
            </a:r>
          </a:p>
          <a:p xmlns:a="http://schemas.openxmlformats.org/drawingml/2006/main">
            <a:r>
              <a:t/>
            </a:r>
          </a:p>
          <a:p xmlns:a="http://schemas.openxmlformats.org/drawingml/2006/main">
            <a:r>
              <a:t>[Sources]</a:t>
            </a:r>
          </a:p>
          <a:p xmlns:a="http://schemas.openxmlformats.org/drawingml/2006/main">
            <a:r>
              <a:t>- operator_hypothesis_lab/registries/return_geometry_wide_atlas.csv</a:t>
            </a:r>
          </a:p>
          <a:p xmlns:a="http://schemas.openxmlformats.org/drawingml/2006/main">
            <a:r>
              <a:t>- runs/research_workbench/operator_hypothesis_lab/return_geometry_wide_atlas_20260827/run_spec.csv</a:t>
            </a:r>
          </a:p>
          <a:p xmlns:a="http://schemas.openxmlformats.org/drawingml/2006/main">
            <a:r>
              <a:t>- https://www.spglobal.com/spdji/en/landing/topic/gics/</a:t>
            </a:r>
          </a:p>
          <a:p xmlns:a="http://schemas.openxmlformats.org/drawingml/2006/main">
            <a:r>
              <a:t>- https://www.spglobal.com/spdji/en/documents/methodologies/methodology-gics.pdf?force_download=true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provider WARN labels are structural IPO/first-trade partial histories in the attention sleeve. A refresh was attempted and returned no earlier bars. The equal-sector core is fully covered.</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runs/research_workbench/operator_hypothesis_lab/return_geometry_wide_atlas_20260827/coverage_ledger.csv</a:t>
            </a:r>
          </a:p>
          <a:p xmlns:a="http://schemas.openxmlformats.org/drawingml/2006/main">
            <a:r>
              <a:t>- runs/research_workbench/operator_hypothesis_lab/return_geometry_wide_atlas_20260827/wide_atlas_query_merge_summary.csv</a:t>
            </a:r>
          </a:p>
          <a:p xmlns:a="http://schemas.openxmlformats.org/drawingml/2006/main">
            <a:r>
              <a:t>- runs/research_workbench/operator_hypothesis_lab/return_geometry_wide_atlas_20260827/wide_atlas_checks.csv</a:t>
            </a:r>
          </a:p>
          <a:p xmlns:a="http://schemas.openxmlformats.org/drawingml/2006/main">
            <a:r>
              <a:t>- runs/research_workbench/operator_hypothesis_lab/return_geometry_wide_atlas_20260827/original_atlas_parity.csv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surface takes the median loss-branch correlation within each sector and then the median across 11 sectors. All 64 cells remain negative. This is one dependent morphology, not 64 independent confirmations.</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runs/research_workbench/operator_hypothesis_lab/return_geometry_wide_atlas_20260827/visuals/equal_sector_signed_er20_down_trend_heatmap.png</a:t>
            </a:r>
          </a:p>
          <a:p xmlns:a="http://schemas.openxmlformats.org/drawingml/2006/main">
            <a:r>
              <a:t>- runs/research_workbench/operator_hypothesis_lab/return_geometry_wide_atlas_20260827/equal_sector_cell_summary.csv</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100-session Health Care exception is useful: broad transport is not the same thing as a universal law. Consumer Discretionary, Materials, Industrials, and Utilities are especially negative at 100.</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runs/research_workbench/operator_hypothesis_lab/return_geometry_wide_atlas_20260827/visuals/signed_down_sector_diagonal.png</a:t>
            </a:r>
          </a:p>
          <a:p xmlns:a="http://schemas.openxmlformats.org/drawingml/2006/main">
            <a:r>
              <a:t>- runs/research_workbench/operator_hypothesis_lab/return_geometry_wide_atlas_20260827/sector_horizon_diagonal.csv</a:t>
            </a:r>
          </a:p>
          <a:p xmlns:a="http://schemas.openxmlformats.org/drawingml/2006/main">
            <a:r>
              <a:t>- runs/research_workbench/operator_hypothesis_lab/return_geometry_wide_atlas_20260827/headline_signed_down_diagonal.csv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view prevents the study from becoming a signed-down-only story. Unfiltered loss rebound remains visible, ATR-high is stronger than low/medium, and the signed-up negative-prior branch is sparse because the state and branch are mechanically discordant.</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runs/research_workbench/operator_hypothesis_lab/return_geometry_wide_atlas_20260827/visuals/all_states_equal_sector_diagonal.png</a:t>
            </a:r>
          </a:p>
          <a:p xmlns:a="http://schemas.openxmlformats.org/drawingml/2006/main">
            <a:r>
              <a:t>- runs/research_workbench/operator_hypothesis_lab/return_geometry_wide_atlas_20260827/equal_sector_horizon_diagonal.csv</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attention sleeve is deliberately secondary and heterogeneous. Its median moves from -0.105 at 20 to -0.295 at 100, but several names retain opposite signs. Non-equity controls remain much weaker than equities.</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runs/research_workbench/operator_hypothesis_lab/return_geometry_wide_atlas_20260827/visuals/signed_down_cohort_diagonal.png</a:t>
            </a:r>
          </a:p>
          <a:p xmlns:a="http://schemas.openxmlformats.org/drawingml/2006/main">
            <a:r>
              <a:t>- runs/research_workbench/operator_hypothesis_lab/return_geometry_wide_atlas_20260827/visuals/signed_down_attention_diagonal.png</a:t>
            </a:r>
          </a:p>
          <a:p xmlns:a="http://schemas.openxmlformats.org/drawingml/2006/main">
            <a:r>
              <a:t>- runs/research_workbench/operator_hypothesis_lab/return_geometry_wide_atlas_20260827/cohort_horizon_diagonal.csv</a:t>
            </a:r>
          </a:p>
          <a:p xmlns:a="http://schemas.openxmlformats.org/drawingml/2006/main">
            <a:r>
              <a:t>- runs/research_workbench/operator_hypothesis_lab/return_geometry_wide_atlas_20260827/asset_horizon_diagonal.csv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breadth slice weakens a TSLA-only, five-name-group, or single-sector explanation. Cumulative overlapping returns still hide when the rebound accrues. The operator must open the next gate explicitly.</a:t>
            </a:r>
          </a:p>
          <a:p xmlns:a="http://schemas.openxmlformats.org/drawingml/2006/main">
            <a:r>
              <a:t/>
            </a:r>
          </a:p>
          <a:p xmlns:a="http://schemas.openxmlformats.org/drawingml/2006/main">
            <a:r>
              <a:t>[Sources]</a:t>
            </a:r>
          </a:p>
          <a:p xmlns:a="http://schemas.openxmlformats.org/drawingml/2006/main">
            <a:r>
              <a:t>- operator_hypothesis_lab/docs/RETURN_GEOMETRY_WIDE_ATLAS_2018_2023.md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runs/research_workbench/operator_hypothesis_lab/return_geometry_wide_atlas_20260827/wide_atlas_status.csv</a:t>
            </a:r>
          </a:p>
          <a:p xmlns:a="http://schemas.openxmlformats.org/drawingml/2006/main">
            <a:r>
              <a:t>- runs/research_workbench/operator_hypothesis_lab/return_geometry_wide_atlas_20260827/report.md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38888a62254c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30343e649324f8a" /><Relationship Type="http://schemas.openxmlformats.org/officeDocument/2006/relationships/slideLayout" Target="/ppt/slideLayouts/slideLayout1.xml" Id="R93f4c816b99b4d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f4c816b99b4d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473600cf60249af" /><Relationship Type="http://schemas.openxmlformats.org/officeDocument/2006/relationships/notesSlide" Target="/ppt/notesSlides/notesSlide1.xml" Id="R2de5e999b01f4c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8660d0ecf7e4bad" /><Relationship Type="http://schemas.openxmlformats.org/officeDocument/2006/relationships/notesSlide" Target="/ppt/notesSlides/notesSlide2.xml" Id="Rb71a0e1cc510467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ea0d23dd0fb4615" /><Relationship Type="http://schemas.openxmlformats.org/officeDocument/2006/relationships/notesSlide" Target="/ppt/notesSlides/notesSlide3.xml" Id="Reb73aa482eb24a3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7311f7df3b045aa" /><Relationship Type="http://schemas.openxmlformats.org/officeDocument/2006/relationships/image" Target="/ppt/media/image.png" Id="Rae64f6e6f4884d2f" /><Relationship Type="http://schemas.openxmlformats.org/officeDocument/2006/relationships/notesSlide" Target="/ppt/notesSlides/notesSlide4.xml" Id="Rdfc9d1f1545b42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1684a61bc78456b" /><Relationship Type="http://schemas.openxmlformats.org/officeDocument/2006/relationships/image" Target="/ppt/media/image2.png" Id="R85b1ea7c02d542e7" /><Relationship Type="http://schemas.openxmlformats.org/officeDocument/2006/relationships/notesSlide" Target="/ppt/notesSlides/notesSlide5.xml" Id="Rc285670de45c46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4bed9b47bb846ab" /><Relationship Type="http://schemas.openxmlformats.org/officeDocument/2006/relationships/notesSlide" Target="/ppt/notesSlides/notesSlide6.xml" Id="Rf2ca4a2f5eec4c4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6f8eb962f844e23" /><Relationship Type="http://schemas.openxmlformats.org/officeDocument/2006/relationships/image" Target="/ppt/media/image3.png" Id="Rc851f5e4cc6141b0" /><Relationship Type="http://schemas.openxmlformats.org/officeDocument/2006/relationships/notesSlide" Target="/ppt/notesSlides/notesSlide7.xml" Id="Rfa4efd0df857402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36b819d977442a8" /><Relationship Type="http://schemas.openxmlformats.org/officeDocument/2006/relationships/image" Target="/ppt/media/image4.png" Id="R76f9dfd5d7284bfa" /><Relationship Type="http://schemas.openxmlformats.org/officeDocument/2006/relationships/notesSlide" Target="/ppt/notesSlides/notesSlide8.xml" Id="Rbe9aaeee48aa4a9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389e7eeceb24519" /><Relationship Type="http://schemas.openxmlformats.org/officeDocument/2006/relationships/image" Target="/ppt/media/image5.png" Id="Rddadcc3a3dbc4f8d" /><Relationship Type="http://schemas.openxmlformats.org/officeDocument/2006/relationships/notesSlide" Target="/ppt/notesSlides/notesSlide9.xml" Id="R18661c672b9e471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799bc53ae9a442c" /><Relationship Type="http://schemas.openxmlformats.org/officeDocument/2006/relationships/image" Target="/ppt/media/image6.png" Id="R0933aeae0ef84ae5" /><Relationship Type="http://schemas.openxmlformats.org/officeDocument/2006/relationships/notesSlide" Target="/ppt/notesSlides/notesSlide10.xml" Id="R1c31a3f2d29748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8ab2adfe9a845cd" /><Relationship Type="http://schemas.openxmlformats.org/officeDocument/2006/relationships/notesSlide" Target="/ppt/notesSlides/notesSlide11.xml" Id="Rf9e0ebcae3254cb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67a51c4d98942e8" /><Relationship Type="http://schemas.openxmlformats.org/officeDocument/2006/relationships/notesSlide" Target="/ppt/notesSlides/notesSlide12.xml" Id="Rf651057c4b3646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2e5a7f8eeda4833" /><Relationship Type="http://schemas.openxmlformats.org/officeDocument/2006/relationships/notesSlide" Target="/ppt/notesSlides/notesSlide13.xml" Id="R270d4e0f1ccd4f8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44000df262a47e1" /><Relationship Type="http://schemas.openxmlformats.org/officeDocument/2006/relationships/image" Target="/ppt/media/image7.png" Id="R51be858d4a6a4149" /><Relationship Type="http://schemas.openxmlformats.org/officeDocument/2006/relationships/notesSlide" Target="/ppt/notesSlides/notesSlide14.xml" Id="R38931472f8ef473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8482bf5fa32489d" /><Relationship Type="http://schemas.openxmlformats.org/officeDocument/2006/relationships/image" Target="/ppt/media/image8.png" Id="R189340e84d83411f" /><Relationship Type="http://schemas.openxmlformats.org/officeDocument/2006/relationships/notesSlide" Target="/ppt/notesSlides/notesSlide15.xml" Id="R21dbb4a5c4cf4fa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a059ea352f84cb6" /><Relationship Type="http://schemas.openxmlformats.org/officeDocument/2006/relationships/image" Target="/ppt/media/image9.png" Id="R03e3df7f5c864272" /><Relationship Type="http://schemas.openxmlformats.org/officeDocument/2006/relationships/notesSlide" Target="/ppt/notesSlides/notesSlide16.xml" Id="Rd73feffab53947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b6eb66044504da6" /><Relationship Type="http://schemas.openxmlformats.org/officeDocument/2006/relationships/notesSlide" Target="/ppt/notesSlides/notesSlide17.xml" Id="R2a9337af63e7486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19e62a9c79a4f37" /><Relationship Type="http://schemas.openxmlformats.org/officeDocument/2006/relationships/notesSlide" Target="/ppt/notesSlides/notesSlide18.xml" Id="R5a101d8f6e264f3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019ffc680d14547" /><Relationship Type="http://schemas.openxmlformats.org/officeDocument/2006/relationships/notesSlide" Target="/ppt/notesSlides/notesSlide19.xml" Id="Rb5f807decf7b493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7659185a93d4860" /><Relationship Type="http://schemas.openxmlformats.org/officeDocument/2006/relationships/image" Target="/ppt/media/image10.png" Id="R97f297ccd1544059" /><Relationship Type="http://schemas.openxmlformats.org/officeDocument/2006/relationships/notesSlide" Target="/ppt/notesSlides/notesSlide20.xml" Id="Ra23f2603044e4c8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408afe524c54051" /><Relationship Type="http://schemas.openxmlformats.org/officeDocument/2006/relationships/image" Target="/ppt/media/image11.png" Id="R588f653ae7844106" /><Relationship Type="http://schemas.openxmlformats.org/officeDocument/2006/relationships/notesSlide" Target="/ppt/notesSlides/notesSlide21.xml" Id="R9270f54c511840e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0c5e8acc2464999" /><Relationship Type="http://schemas.openxmlformats.org/officeDocument/2006/relationships/image" Target="/ppt/media/image12.png" Id="R6c2bf8182cdd48ad" /><Relationship Type="http://schemas.openxmlformats.org/officeDocument/2006/relationships/notesSlide" Target="/ppt/notesSlides/notesSlide22.xml" Id="R6251d7158152405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37666439e924b98" /><Relationship Type="http://schemas.openxmlformats.org/officeDocument/2006/relationships/notesSlide" Target="/ppt/notesSlides/notesSlide23.xml" Id="R3c6bd849ca104b6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c356f8c9010465e" /><Relationship Type="http://schemas.openxmlformats.org/officeDocument/2006/relationships/notesSlide" Target="/ppt/notesSlides/notesSlide24.xml" Id="Rd00e9c8734284a3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e2ce38c55ee422d" /><Relationship Type="http://schemas.openxmlformats.org/officeDocument/2006/relationships/notesSlide" Target="/ppt/notesSlides/notesSlide25.xml" Id="R4b7f357f409541d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1a9bc8163a54918" /><Relationship Type="http://schemas.openxmlformats.org/officeDocument/2006/relationships/image" Target="/ppt/media/image13.png" Id="Reb66b97362394f7f" /><Relationship Type="http://schemas.openxmlformats.org/officeDocument/2006/relationships/notesSlide" Target="/ppt/notesSlides/notesSlide26.xml" Id="R6f4dfb2590224c4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60817bf05264c58" /><Relationship Type="http://schemas.openxmlformats.org/officeDocument/2006/relationships/image" Target="/ppt/media/image14.png" Id="R79afdfba3a7643d0" /><Relationship Type="http://schemas.openxmlformats.org/officeDocument/2006/relationships/notesSlide" Target="/ppt/notesSlides/notesSlide27.xml" Id="Rca13bfb7b6ed420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269ba33a51045cc" /><Relationship Type="http://schemas.openxmlformats.org/officeDocument/2006/relationships/image" Target="/ppt/media/image15.png" Id="R8a1c2fb6eed54faf" /><Relationship Type="http://schemas.openxmlformats.org/officeDocument/2006/relationships/notesSlide" Target="/ppt/notesSlides/notesSlide28.xml" Id="R0f2ead67a8814ab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0ddfdfbe0f34f28" /><Relationship Type="http://schemas.openxmlformats.org/officeDocument/2006/relationships/image" Target="/ppt/media/image16.png" Id="R6d3abf9d8f8d45f2" /><Relationship Type="http://schemas.openxmlformats.org/officeDocument/2006/relationships/notesSlide" Target="/ppt/notesSlides/notesSlide29.xml" Id="R703160793260427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0547ac27c00437d" /><Relationship Type="http://schemas.openxmlformats.org/officeDocument/2006/relationships/image" Target="/ppt/media/image17.png" Id="R3cf1a2eee44641aa" /><Relationship Type="http://schemas.openxmlformats.org/officeDocument/2006/relationships/notesSlide" Target="/ppt/notesSlides/notesSlide30.xml" Id="Rce48a4ec7d38430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a077cf3bc9a42f1" /><Relationship Type="http://schemas.openxmlformats.org/officeDocument/2006/relationships/notesSlide" Target="/ppt/notesSlides/notesSlide31.xml" Id="Re50a9ae4edd3462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75300bf7be44dc7" /><Relationship Type="http://schemas.openxmlformats.org/officeDocument/2006/relationships/notesSlide" Target="/ppt/notesSlides/notesSlide32.xml" Id="Re7159803c2cc442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984760175c91474b" /><Relationship Type="http://schemas.openxmlformats.org/officeDocument/2006/relationships/notesSlide" Target="/ppt/notesSlides/notesSlide33.xml" Id="Rbaeb6d69643f46f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2ee09133b41548d6" /><Relationship Type="http://schemas.openxmlformats.org/officeDocument/2006/relationships/image" Target="/ppt/media/image18.png" Id="R6a3cce968cd546ee" /><Relationship Type="http://schemas.openxmlformats.org/officeDocument/2006/relationships/image" Target="/ppt/media/image19.png" Id="R386ada50244941d3" /><Relationship Type="http://schemas.openxmlformats.org/officeDocument/2006/relationships/notesSlide" Target="/ppt/notesSlides/notesSlide34.xml" Id="R9c5775486d164c8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5f2fa5702ba4b81" /><Relationship Type="http://schemas.openxmlformats.org/officeDocument/2006/relationships/image" Target="/ppt/media/image20.png" Id="Rfc49316f96bd43c2" /><Relationship Type="http://schemas.openxmlformats.org/officeDocument/2006/relationships/image" Target="/ppt/media/image21.png" Id="R94f2308ff5bb49b5" /><Relationship Type="http://schemas.openxmlformats.org/officeDocument/2006/relationships/notesSlide" Target="/ppt/notesSlides/notesSlide35.xml" Id="R6c09e2e4fd084cc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329280a43d74f19" /><Relationship Type="http://schemas.openxmlformats.org/officeDocument/2006/relationships/image" Target="/ppt/media/image22.png" Id="R6f353ad72bab4842" /><Relationship Type="http://schemas.openxmlformats.org/officeDocument/2006/relationships/image" Target="/ppt/media/image23.png" Id="R5b66508934bc4e64" /><Relationship Type="http://schemas.openxmlformats.org/officeDocument/2006/relationships/notesSlide" Target="/ppt/notesSlides/notesSlide36.xml" Id="Rc993efb8790c4db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861ba8a896bc4bb4" /><Relationship Type="http://schemas.openxmlformats.org/officeDocument/2006/relationships/image" Target="/ppt/media/image24.png" Id="R0f58bf8e86cd4ad9" /><Relationship Type="http://schemas.openxmlformats.org/officeDocument/2006/relationships/image" Target="/ppt/media/image25.png" Id="R8d2f94ecfc6e4175" /><Relationship Type="http://schemas.openxmlformats.org/officeDocument/2006/relationships/notesSlide" Target="/ppt/notesSlides/notesSlide37.xml" Id="R9ec63f5cc11d4a0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174a7689efd4d5c" /><Relationship Type="http://schemas.openxmlformats.org/officeDocument/2006/relationships/image" Target="/ppt/media/image26.png" Id="R8db49c9d45da4802" /><Relationship Type="http://schemas.openxmlformats.org/officeDocument/2006/relationships/image" Target="/ppt/media/image27.png" Id="Ra7089e657acf4991" /><Relationship Type="http://schemas.openxmlformats.org/officeDocument/2006/relationships/notesSlide" Target="/ppt/notesSlides/notesSlide38.xml" Id="R2e0c9bbb203d45f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2570664865749e5" /><Relationship Type="http://schemas.openxmlformats.org/officeDocument/2006/relationships/notesSlide" Target="/ppt/notesSlides/notesSlide39.xml" Id="R520abe814e33424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69ed9cc848240c5" /><Relationship Type="http://schemas.openxmlformats.org/officeDocument/2006/relationships/notesSlide" Target="/ppt/notesSlides/notesSlide40.xml" Id="R65191dd1548f47d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567a0edaf6246ab" /><Relationship Type="http://schemas.openxmlformats.org/officeDocument/2006/relationships/notesSlide" Target="/ppt/notesSlides/notesSlide41.xml" Id="R2cec47cd37af4ac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951460f54d644f4" /><Relationship Type="http://schemas.openxmlformats.org/officeDocument/2006/relationships/image" Target="/ppt/media/image18.png" Id="Rb2a4603d7c334b96" /><Relationship Type="http://schemas.openxmlformats.org/officeDocument/2006/relationships/image" Target="/ppt/media/image28.png" Id="Rae0f40d678934a65" /><Relationship Type="http://schemas.openxmlformats.org/officeDocument/2006/relationships/notesSlide" Target="/ppt/notesSlides/notesSlide42.xml" Id="R2fe777195248482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179548a96c154ff3" /><Relationship Type="http://schemas.openxmlformats.org/officeDocument/2006/relationships/image" Target="/ppt/media/image20.png" Id="Rc4d9d58d95e14312" /><Relationship Type="http://schemas.openxmlformats.org/officeDocument/2006/relationships/image" Target="/ppt/media/image29.png" Id="Rcd92d677aac84ee8" /><Relationship Type="http://schemas.openxmlformats.org/officeDocument/2006/relationships/notesSlide" Target="/ppt/notesSlides/notesSlide43.xml" Id="R16b77676287b455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841a36122474490" /><Relationship Type="http://schemas.openxmlformats.org/officeDocument/2006/relationships/image" Target="/ppt/media/image22.png" Id="Rba878ed125504dec" /><Relationship Type="http://schemas.openxmlformats.org/officeDocument/2006/relationships/image" Target="/ppt/media/image30.png" Id="R8b3b46409d194b4e" /><Relationship Type="http://schemas.openxmlformats.org/officeDocument/2006/relationships/notesSlide" Target="/ppt/notesSlides/notesSlide44.xml" Id="R23bbc32fbdde459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738aee266fad450a" /><Relationship Type="http://schemas.openxmlformats.org/officeDocument/2006/relationships/image" Target="/ppt/media/image24.png" Id="Red335ca4fad84cef" /><Relationship Type="http://schemas.openxmlformats.org/officeDocument/2006/relationships/image" Target="/ppt/media/image31.png" Id="R87aaf18487354324" /><Relationship Type="http://schemas.openxmlformats.org/officeDocument/2006/relationships/notesSlide" Target="/ppt/notesSlides/notesSlide45.xml" Id="Rc73ead5a1071452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08f3b91b8fe4785" /><Relationship Type="http://schemas.openxmlformats.org/officeDocument/2006/relationships/image" Target="/ppt/media/image26.png" Id="R0b4fba2098f04345" /><Relationship Type="http://schemas.openxmlformats.org/officeDocument/2006/relationships/image" Target="/ppt/media/image32.png" Id="R02099da934aa4c24" /><Relationship Type="http://schemas.openxmlformats.org/officeDocument/2006/relationships/notesSlide" Target="/ppt/notesSlides/notesSlide46.xml" Id="Raa80ea14329441a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c58a2c8aa024a95" /><Relationship Type="http://schemas.openxmlformats.org/officeDocument/2006/relationships/notesSlide" Target="/ppt/notesSlides/notesSlide47.xml" Id="Rad13ee29af7d439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7e5e120a5d07482b" /><Relationship Type="http://schemas.openxmlformats.org/officeDocument/2006/relationships/notesSlide" Target="/ppt/notesSlides/notesSlide48.xml" Id="R46ce4e81f26d46a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e135f58ec0946db" /><Relationship Type="http://schemas.openxmlformats.org/officeDocument/2006/relationships/notesSlide" Target="/ppt/notesSlides/notesSlide49.xml" Id="Re08ec637f26b4ab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2cd0f452d2a44077" /><Relationship Type="http://schemas.openxmlformats.org/officeDocument/2006/relationships/image" Target="/ppt/media/image20.png" Id="R9096a2060ef74108" /><Relationship Type="http://schemas.openxmlformats.org/officeDocument/2006/relationships/image" Target="/ppt/media/image33.png" Id="Rd4b7c5dd16294ac7" /><Relationship Type="http://schemas.openxmlformats.org/officeDocument/2006/relationships/notesSlide" Target="/ppt/notesSlides/notesSlide50.xml" Id="Rbbb6203081a1488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d1fdec732fe145f4" /><Relationship Type="http://schemas.openxmlformats.org/officeDocument/2006/relationships/image" Target="/ppt/media/image20.png" Id="Rc71e662dc0f14ba6" /><Relationship Type="http://schemas.openxmlformats.org/officeDocument/2006/relationships/image" Target="/ppt/media/image34.png" Id="R3e600b86fda7409a" /><Relationship Type="http://schemas.openxmlformats.org/officeDocument/2006/relationships/notesSlide" Target="/ppt/notesSlides/notesSlide51.xml" Id="R13f624e34f58483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936ef5f767684f5a" /><Relationship Type="http://schemas.openxmlformats.org/officeDocument/2006/relationships/image" Target="/ppt/media/image26.png" Id="R64232063d7524bfc" /><Relationship Type="http://schemas.openxmlformats.org/officeDocument/2006/relationships/image" Target="/ppt/media/image35.png" Id="R121d9a5139bc4460" /><Relationship Type="http://schemas.openxmlformats.org/officeDocument/2006/relationships/notesSlide" Target="/ppt/notesSlides/notesSlide52.xml" Id="R0697b67ee565489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b604aaaf4e61440d" /><Relationship Type="http://schemas.openxmlformats.org/officeDocument/2006/relationships/image" Target="/ppt/media/image7.png" Id="R698f940f809c4185" /><Relationship Type="http://schemas.openxmlformats.org/officeDocument/2006/relationships/image" Target="/ppt/media/image36.png" Id="Red2e3a368b8b4523" /><Relationship Type="http://schemas.openxmlformats.org/officeDocument/2006/relationships/notesSlide" Target="/ppt/notesSlides/notesSlide53.xml" Id="R6c0060d696414d5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01237587f824e64" /><Relationship Type="http://schemas.openxmlformats.org/officeDocument/2006/relationships/notesSlide" Target="/ppt/notesSlides/notesSlide54.xml" Id="Re6230d06d11541c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6429f4b06b36401a" /><Relationship Type="http://schemas.openxmlformats.org/officeDocument/2006/relationships/notesSlide" Target="/ppt/notesSlides/notesSlide55.xml" Id="Rc1a32f9dc5d64a4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c53f4a5f3f3c4309" /><Relationship Type="http://schemas.openxmlformats.org/officeDocument/2006/relationships/notesSlide" Target="/ppt/notesSlides/notesSlide56.xml" Id="R726b57252ec8414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d4c85ad84be4c0d" /><Relationship Type="http://schemas.openxmlformats.org/officeDocument/2006/relationships/image" Target="/ppt/media/image37.png" Id="R42cb3c035ada4e6f" /><Relationship Type="http://schemas.openxmlformats.org/officeDocument/2006/relationships/image" Target="/ppt/media/image38.png" Id="R3c90fc4af1544808" /><Relationship Type="http://schemas.openxmlformats.org/officeDocument/2006/relationships/notesSlide" Target="/ppt/notesSlides/notesSlide57.xml" Id="R9fb03ffd9ee2459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8f94cce29f8844b4" /><Relationship Type="http://schemas.openxmlformats.org/officeDocument/2006/relationships/image" Target="/ppt/media/image7.png" Id="R66ac4338614d4663" /><Relationship Type="http://schemas.openxmlformats.org/officeDocument/2006/relationships/image" Target="/ppt/media/image39.png" Id="R12ce199250d540e4" /><Relationship Type="http://schemas.openxmlformats.org/officeDocument/2006/relationships/notesSlide" Target="/ppt/notesSlides/notesSlide58.xml" Id="Reee3966868a04a5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be7503212dd4184" /><Relationship Type="http://schemas.openxmlformats.org/officeDocument/2006/relationships/notesSlide" Target="/ppt/notesSlides/notesSlide59.xml" Id="R17c93c7b285344c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7005c099afaf4760" /><Relationship Type="http://schemas.openxmlformats.org/officeDocument/2006/relationships/image" Target="/ppt/media/image40.png" Id="Red6d45ddd49147e3" /><Relationship Type="http://schemas.openxmlformats.org/officeDocument/2006/relationships/image" Target="/ppt/media/image41.png" Id="R44650889b5ea4af2" /><Relationship Type="http://schemas.openxmlformats.org/officeDocument/2006/relationships/notesSlide" Target="/ppt/notesSlides/notesSlide60.xml" Id="Ra02489926862469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b51d7f847d4a49ba" /><Relationship Type="http://schemas.openxmlformats.org/officeDocument/2006/relationships/image" Target="/ppt/media/image42.png" Id="Rb59fc2b228264268" /><Relationship Type="http://schemas.openxmlformats.org/officeDocument/2006/relationships/image" Target="/ppt/media/image43.png" Id="Rc2bd95d9e4e54aff" /><Relationship Type="http://schemas.openxmlformats.org/officeDocument/2006/relationships/notesSlide" Target="/ppt/notesSlides/notesSlide61.xml" Id="R7a44c30b754e4a8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39ea268b932c4872" /><Relationship Type="http://schemas.openxmlformats.org/officeDocument/2006/relationships/notesSlide" Target="/ppt/notesSlides/notesSlide62.xml" Id="Re43d861a0a404a4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d49237149c14475" /><Relationship Type="http://schemas.openxmlformats.org/officeDocument/2006/relationships/notesSlide" Target="/ppt/notesSlides/notesSlide63.xml" Id="R7cd5c00b1a16476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6c659e2a87784ef1" /><Relationship Type="http://schemas.openxmlformats.org/officeDocument/2006/relationships/notesSlide" Target="/ppt/notesSlides/notesSlide64.xml" Id="R355ea0898738422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f720d1d57c58467d" /><Relationship Type="http://schemas.openxmlformats.org/officeDocument/2006/relationships/image" Target="/ppt/media/image44.png" Id="Rdd1ba11375594e9b" /><Relationship Type="http://schemas.openxmlformats.org/officeDocument/2006/relationships/notesSlide" Target="/ppt/notesSlides/notesSlide65.xml" Id="R8d82d90d80ad440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11813660e7da4117" /><Relationship Type="http://schemas.openxmlformats.org/officeDocument/2006/relationships/notesSlide" Target="/ppt/notesSlides/notesSlide66.xml" Id="Rcc6c089cc0024f0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5ec43299a284818" /><Relationship Type="http://schemas.openxmlformats.org/officeDocument/2006/relationships/notesSlide" Target="/ppt/notesSlides/notesSlide67.xml" Id="R8f5d45f1e37247f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5b6e7b72c57f4b02" /><Relationship Type="http://schemas.openxmlformats.org/officeDocument/2006/relationships/notesSlide" Target="/ppt/notesSlides/notesSlide68.xml" Id="R8457f62588fc40f7"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2addaf64ec814833" /><Relationship Type="http://schemas.openxmlformats.org/officeDocument/2006/relationships/image" Target="/ppt/media/image45.png" Id="Rc30e00bb11e14c75" /><Relationship Type="http://schemas.openxmlformats.org/officeDocument/2006/relationships/notesSlide" Target="/ppt/notesSlides/notesSlide69.xml" Id="R26980862f5e8485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c50db97878d844d7" /><Relationship Type="http://schemas.openxmlformats.org/officeDocument/2006/relationships/image" Target="/ppt/media/image46.png" Id="R3512b96714174b92" /><Relationship Type="http://schemas.openxmlformats.org/officeDocument/2006/relationships/notesSlide" Target="/ppt/notesSlides/notesSlide70.xml" Id="R018da0e829d34d9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e855578d57254582" /><Relationship Type="http://schemas.openxmlformats.org/officeDocument/2006/relationships/image" Target="/ppt/media/image47.png" Id="Rfae1b7511b75451f" /><Relationship Type="http://schemas.openxmlformats.org/officeDocument/2006/relationships/notesSlide" Target="/ppt/notesSlides/notesSlide71.xml" Id="Rc3d9c87b786b4ba8"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c327aad728624a51" /><Relationship Type="http://schemas.openxmlformats.org/officeDocument/2006/relationships/image" Target="/ppt/media/image48.png" Id="R2cb186dd396f4575" /><Relationship Type="http://schemas.openxmlformats.org/officeDocument/2006/relationships/notesSlide" Target="/ppt/notesSlides/notesSlide72.xml" Id="R4fab3452c2be4d8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7fe7058691a04871" /><Relationship Type="http://schemas.openxmlformats.org/officeDocument/2006/relationships/notesSlide" Target="/ppt/notesSlides/notesSlide73.xml" Id="R9109e1be2520480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0be0171e20564fcf" /><Relationship Type="http://schemas.openxmlformats.org/officeDocument/2006/relationships/notesSlide" Target="/ppt/notesSlides/notesSlide74.xml" Id="R1e818c90710e4280"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eabc374a6f154331" /><Relationship Type="http://schemas.openxmlformats.org/officeDocument/2006/relationships/notesSlide" Target="/ppt/notesSlides/notesSlide75.xml" Id="R5b1e576deac2465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657f072ed662414e" /><Relationship Type="http://schemas.openxmlformats.org/officeDocument/2006/relationships/image" Target="/ppt/media/image49.png" Id="R0a228c0de32a4f72" /><Relationship Type="http://schemas.openxmlformats.org/officeDocument/2006/relationships/notesSlide" Target="/ppt/notesSlides/notesSlide76.xml" Id="R58074df4b7c948d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7508e8fdd3cd4f30" /><Relationship Type="http://schemas.openxmlformats.org/officeDocument/2006/relationships/image" Target="/ppt/media/image50.png" Id="R64fbab95fc7c4d68" /><Relationship Type="http://schemas.openxmlformats.org/officeDocument/2006/relationships/notesSlide" Target="/ppt/notesSlides/notesSlide77.xml" Id="R8316b2c2be424fe9"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5a3dd97fe33b48e4" /><Relationship Type="http://schemas.openxmlformats.org/officeDocument/2006/relationships/image" Target="/ppt/media/image51.png" Id="R4c393562e6154624" /><Relationship Type="http://schemas.openxmlformats.org/officeDocument/2006/relationships/notesSlide" Target="/ppt/notesSlides/notesSlide78.xml" Id="R571af51fe6c2427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352a38a495e0413e" /><Relationship Type="http://schemas.openxmlformats.org/officeDocument/2006/relationships/image" Target="/ppt/media/image52.png" Id="Rbeabc97bc85d4d58" /><Relationship Type="http://schemas.openxmlformats.org/officeDocument/2006/relationships/notesSlide" Target="/ppt/notesSlides/notesSlide79.xml" Id="R653c6b56f87f49e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97c1ad0f08fa493c" /><Relationship Type="http://schemas.openxmlformats.org/officeDocument/2006/relationships/notesSlide" Target="/ppt/notesSlides/notesSlide80.xml" Id="R18b51073805a4a2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2da39dea52844b8b" /><Relationship Type="http://schemas.openxmlformats.org/officeDocument/2006/relationships/notesSlide" Target="/ppt/notesSlides/notesSlide81.xml" Id="R8cbb01fb8d6e425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87f88c167ec44006" /><Relationship Type="http://schemas.openxmlformats.org/officeDocument/2006/relationships/notesSlide" Target="/ppt/notesSlides/notesSlide82.xml" Id="Rdc26fa9b3f794933"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f04ecfaaf5da4ba1" /><Relationship Type="http://schemas.openxmlformats.org/officeDocument/2006/relationships/notesSlide" Target="/ppt/notesSlides/notesSlide83.xml" Id="Ra1fdb46b000c4ab6"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78047bbe135f4ae3" /><Relationship Type="http://schemas.openxmlformats.org/officeDocument/2006/relationships/image" Target="/ppt/media/image53.png" Id="Rc9bffa4c793d435c" /><Relationship Type="http://schemas.openxmlformats.org/officeDocument/2006/relationships/notesSlide" Target="/ppt/notesSlides/notesSlide84.xml" Id="R4c56381c35cb41b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d2afffec1cc54f88" /><Relationship Type="http://schemas.openxmlformats.org/officeDocument/2006/relationships/image" Target="/ppt/media/image54.png" Id="R95faba0e30cb429c" /><Relationship Type="http://schemas.openxmlformats.org/officeDocument/2006/relationships/notesSlide" Target="/ppt/notesSlides/notesSlide85.xml" Id="Rd25043cd28f3436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94e1a30fbbb348d6" /><Relationship Type="http://schemas.openxmlformats.org/officeDocument/2006/relationships/image" Target="/ppt/media/image55.png" Id="R1341f1f944ef4e73" /><Relationship Type="http://schemas.openxmlformats.org/officeDocument/2006/relationships/notesSlide" Target="/ppt/notesSlides/notesSlide86.xml" Id="Rcdcf1393b0594c5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6e8511c228de4fe3" /><Relationship Type="http://schemas.openxmlformats.org/officeDocument/2006/relationships/image" Target="/ppt/media/image56.png" Id="R70775280c7034211" /><Relationship Type="http://schemas.openxmlformats.org/officeDocument/2006/relationships/notesSlide" Target="/ppt/notesSlides/notesSlide87.xml" Id="Rc2ee0399d019404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4fc3bd6c2a7c4116" /><Relationship Type="http://schemas.openxmlformats.org/officeDocument/2006/relationships/image" Target="/ppt/media/image57.png" Id="Raa8424dfcc5346d2" /><Relationship Type="http://schemas.openxmlformats.org/officeDocument/2006/relationships/notesSlide" Target="/ppt/notesSlides/notesSlide88.xml" Id="R9e5a7dd401654c1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f52749aa45d649c3" /><Relationship Type="http://schemas.openxmlformats.org/officeDocument/2006/relationships/notesSlide" Target="/ppt/notesSlides/notesSlide89.xml" Id="Rd4d689429b1042e4"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652dfef74f04486b" /><Relationship Type="http://schemas.openxmlformats.org/officeDocument/2006/relationships/notesSlide" Target="/ppt/notesSlides/notesSlide90.xml" Id="R0806fe7cdc9a4341"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6b72f1b3305a400e" /><Relationship Type="http://schemas.openxmlformats.org/officeDocument/2006/relationships/notesSlide" Target="/ppt/notesSlides/notesSlide91.xml" Id="R56de67309153468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812a6015f09a4772" /><Relationship Type="http://schemas.openxmlformats.org/officeDocument/2006/relationships/image" Target="/ppt/media/image58.png" Id="Rcd7eebdc5e9d4b43" /><Relationship Type="http://schemas.openxmlformats.org/officeDocument/2006/relationships/notesSlide" Target="/ppt/notesSlides/notesSlide92.xml" Id="Rc3d1de3f635e453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d1cfce9e42d34c90" /><Relationship Type="http://schemas.openxmlformats.org/officeDocument/2006/relationships/image" Target="/ppt/media/image59.png" Id="Rd5f00f55163246c2" /><Relationship Type="http://schemas.openxmlformats.org/officeDocument/2006/relationships/notesSlide" Target="/ppt/notesSlides/notesSlide93.xml" Id="Rb76d73b28dbe45b9"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a735535bb1a64e46" /><Relationship Type="http://schemas.openxmlformats.org/officeDocument/2006/relationships/image" Target="/ppt/media/image60.png" Id="Rd1b7c246d3474029" /><Relationship Type="http://schemas.openxmlformats.org/officeDocument/2006/relationships/notesSlide" Target="/ppt/notesSlides/notesSlide94.xml" Id="R8cee7315db144693"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9c87367a632041eb" /><Relationship Type="http://schemas.openxmlformats.org/officeDocument/2006/relationships/image" Target="/ppt/media/image61.png" Id="R995ba33f5abf4bb2" /><Relationship Type="http://schemas.openxmlformats.org/officeDocument/2006/relationships/notesSlide" Target="/ppt/notesSlides/notesSlide95.xml" Id="R5d54d075dd24414f"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8f9cd326f50f451a" /><Relationship Type="http://schemas.openxmlformats.org/officeDocument/2006/relationships/image" Target="/ppt/media/image62.png" Id="Rc20e690fd94e4c12" /><Relationship Type="http://schemas.openxmlformats.org/officeDocument/2006/relationships/notesSlide" Target="/ppt/notesSlides/notesSlide96.xml" Id="Rb530f33fc93c45d7"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fde8958c837f4e6d" /><Relationship Type="http://schemas.openxmlformats.org/officeDocument/2006/relationships/notesSlide" Target="/ppt/notesSlides/notesSlide97.xml" Id="R122d1c8e03de482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5050d67f81564081" /><Relationship Type="http://schemas.openxmlformats.org/officeDocument/2006/relationships/notesSlide" Target="/ppt/notesSlides/notesSlide98.xml" Id="Re9a5851e78d944f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47c72a5a0c284506" /><Relationship Type="http://schemas.openxmlformats.org/officeDocument/2006/relationships/notesSlide" Target="/ppt/notesSlides/notesSlide99.xml" Id="R7f705fe201e54964"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066f751042034c98" /><Relationship Type="http://schemas.openxmlformats.org/officeDocument/2006/relationships/image" Target="/ppt/media/image58.png" Id="R923ac8d85f8f4f32" /><Relationship Type="http://schemas.openxmlformats.org/officeDocument/2006/relationships/notesSlide" Target="/ppt/notesSlides/notesSlide100.xml" Id="Rdba367d58ee54806"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a693fa30516c4ffe" /><Relationship Type="http://schemas.openxmlformats.org/officeDocument/2006/relationships/image" Target="/ppt/media/image59.png" Id="R753dd98a40c44b60" /><Relationship Type="http://schemas.openxmlformats.org/officeDocument/2006/relationships/notesSlide" Target="/ppt/notesSlides/notesSlide101.xml" Id="Ra07b0c57fe934289"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5fd022862fe64f9a" /><Relationship Type="http://schemas.openxmlformats.org/officeDocument/2006/relationships/image" Target="/ppt/media/image60.png" Id="Ra4c22835288045e4" /><Relationship Type="http://schemas.openxmlformats.org/officeDocument/2006/relationships/notesSlide" Target="/ppt/notesSlides/notesSlide102.xml" Id="Rfb4439e42411440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0e39682cc3914c9e" /><Relationship Type="http://schemas.openxmlformats.org/officeDocument/2006/relationships/image" Target="/ppt/media/image61.png" Id="R6aeea0e8a6244afd" /><Relationship Type="http://schemas.openxmlformats.org/officeDocument/2006/relationships/notesSlide" Target="/ppt/notesSlides/notesSlide103.xml" Id="R0e6c144614284583"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9d821f47dc3b42f2" /><Relationship Type="http://schemas.openxmlformats.org/officeDocument/2006/relationships/image" Target="/ppt/media/image62.png" Id="R128f509d95394fef" /><Relationship Type="http://schemas.openxmlformats.org/officeDocument/2006/relationships/notesSlide" Target="/ppt/notesSlides/notesSlide104.xml" Id="Rdd3621ade7db4fef"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37d13b4f560e470f" /><Relationship Type="http://schemas.openxmlformats.org/officeDocument/2006/relationships/notesSlide" Target="/ppt/notesSlides/notesSlide105.xml" Id="Rf73f843b6daa4e3b"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10a95f334494486b" /><Relationship Type="http://schemas.openxmlformats.org/officeDocument/2006/relationships/notesSlide" Target="/ppt/notesSlides/notesSlide106.xml" Id="R8f278c5fb1e94120"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0fba515acb3748d6" /><Relationship Type="http://schemas.openxmlformats.org/officeDocument/2006/relationships/notesSlide" Target="/ppt/notesSlides/notesSlide107.xml" Id="R15173dd4e6d4433b"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f844f3c1149548e0" /><Relationship Type="http://schemas.openxmlformats.org/officeDocument/2006/relationships/notesSlide" Target="/ppt/notesSlides/notesSlide108.xml" Id="R96cdabeb75ee49c1"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1a180d7e06034495" /><Relationship Type="http://schemas.openxmlformats.org/officeDocument/2006/relationships/image" Target="/ppt/media/image63.png" Id="Rc7066120856c43d2" /><Relationship Type="http://schemas.openxmlformats.org/officeDocument/2006/relationships/notesSlide" Target="/ppt/notesSlides/notesSlide109.xml" Id="Ra351f94b662545b8"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dc55d6c6a67d4072" /><Relationship Type="http://schemas.openxmlformats.org/officeDocument/2006/relationships/image" Target="/ppt/media/image64.png" Id="Rece04c63652e4689" /><Relationship Type="http://schemas.openxmlformats.org/officeDocument/2006/relationships/notesSlide" Target="/ppt/notesSlides/notesSlide110.xml" Id="R3c2d874a50de4951"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5bfd9538c0294755" /><Relationship Type="http://schemas.openxmlformats.org/officeDocument/2006/relationships/image" Target="/ppt/media/image65.png" Id="Ree7d0e96e44e4994" /><Relationship Type="http://schemas.openxmlformats.org/officeDocument/2006/relationships/notesSlide" Target="/ppt/notesSlides/notesSlide111.xml" Id="Rb9c765c9f41b43b8"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cb745cb71da04ff0" /><Relationship Type="http://schemas.openxmlformats.org/officeDocument/2006/relationships/image" Target="/ppt/media/image66.png" Id="Ree48e872b18641ec" /><Relationship Type="http://schemas.openxmlformats.org/officeDocument/2006/relationships/image" Target="/ppt/media/image67.png" Id="R2993e8ca33294808" /><Relationship Type="http://schemas.openxmlformats.org/officeDocument/2006/relationships/notesSlide" Target="/ppt/notesSlides/notesSlide112.xml" Id="R9dc381b69c9342e8"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72e710e6ef8f4b7d" /><Relationship Type="http://schemas.openxmlformats.org/officeDocument/2006/relationships/notesSlide" Target="/ppt/notesSlides/notesSlide113.xml" Id="Refdfdbffa7db41d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e64f6e6f4884d2f"/>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5b1ea7c02d542e7"/>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c851f5e4cc6141b0"/>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76f9dfd5d7284bfa"/>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dadcc3a3dbc4f8d"/>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933aeae0ef84ae5"/>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1be858d4a6a414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189340e84d83411f"/>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03e3df7f5c864272"/>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7f297ccd154405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88f653ae784410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6c2bf8182cdd48ad"/>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b66b97362394f7f"/>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9afdfba3a7643d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a1c2fb6eed54fa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d3abf9d8f8d45f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3cf1a2eee44641aa"/>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6a3cce968cd546ee"/>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86ada50244941d3"/>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c49316f96bd43c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4f2308ff5bb49b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f353ad72bab484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b66508934bc4e6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f58bf8e86cd4ad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d2f94ecfc6e417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8db49c9d45da4802"/>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a7089e657acf4991"/>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b2a4603d7c334b96"/>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ae0f40d678934a65"/>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4d9d58d95e1431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d92d677aac84ee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a878ed125504de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b3b46409d194b4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d335ca4fad84ce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7aaf1848735432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0b4fba2098f04345"/>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02099da934aa4c24"/>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096a2060ef7410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4b7c5dd16294ac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71e662dc0f14ba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e600b86fda7409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64232063d7524bfc"/>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121d9a5139bc4460"/>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98f940f809c418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d2e3a368b8b4523"/>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2cb3c035ada4e6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c90fc4af154480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6ac4338614d466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2ce199250d540e4"/>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d6d45ddd49147e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4650889b5ea4af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59fc2b22826426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2bd95d9e4e54af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dd1ba11375594e9b"/>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RETURN GEOMETRY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changes when direction meets the return grid?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Apply the frozen three-state label to the existing 9 × 9 surface.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data, horizons, uncertainty, and sign branches. No tuning or later-period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67</a:t>
            </a:r>
          </a:p>
        </p:txBody>
      </p:sp>
    </p:spTree>
    <p:extLst>
      <p:ext uri="{BB962C8B-B14F-4D97-AF65-F5344CB8AC3E}">
        <p14:creationId xmlns:p14="http://schemas.microsoft.com/office/powerpoint/2010/main" val="80248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partly determines prior-return sign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p=20 shares the numerator</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 p=20, prior return and signed ER20 use the same displacement. Opposite-sign trend branches cannot exist.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171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estimable sign-branch contrasts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 / SIDEWAYS / DOWN</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Grid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 prior × 9 following</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 floor</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 ≥ 30 per sign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Structural NE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1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UP-negative; DOWN-positive at p=20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Family + global BH</a:t>
            </a:r>
          </a:p>
        </p:txBody>
      </p:sp>
    </p:spTree>
    <p:extLst>
      <p:ext uri="{BB962C8B-B14F-4D97-AF65-F5344CB8AC3E}">
        <p14:creationId xmlns:p14="http://schemas.microsoft.com/office/powerpoint/2010/main" val="139728336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states reveal a broad rebound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 18/81 within-state BH passes; UP and SIDEWAYS: 0/81. Strongest p20→f20 r = −0.576.</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30e00bb11e14c75"/>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differs sharply from SIDEWAYS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DOWN−SIDEWAYS: 24/81 pairwise BH passes; strongest correlation delta −0.551 at p20→f20.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512b96714174b92"/>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Short-prior asymmetry concentrates in DOWN states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17 DOWN interactions pass BH at prior 1–5; p5→f20 correlation delta +0.812. NE marks branch n&lt;30.</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ae1b7511b75451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filter makes some sign branches unobservable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p20, UP has no negative-prior observations and DOWN no positive-prior observations; nearby horizons are sparse.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cb186dd396f4575"/>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exposes rebound—not trend continuation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AGGREGATE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island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18/81 BH; p20→f20 r −0.576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BRANCH KINK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short-prior slope split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17 BH; p5→f20 delta r +0.812</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DEPENDENCE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Filter and predictor share the path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p20 opposite-sign branches are structurally empty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4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the DOWN-rebound shape for cross-asset transport—no tuning and no trading rule.</a:t>
            </a:r>
          </a:p>
        </p:txBody>
      </p:sp>
    </p:spTree>
    <p:extLst>
      <p:ext uri="{BB962C8B-B14F-4D97-AF65-F5344CB8AC3E}">
        <p14:creationId xmlns:p14="http://schemas.microsoft.com/office/powerpoint/2010/main" val="66653628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TRANSPORT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TSLA rebound shape survive transport?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Run the same signed-ER20 microscope across a predeclared 30-asset atlas.</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Atlas first. Finer horizons wait until cross-asset morphology gives us a reason to zoom.</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74</a:t>
            </a:r>
          </a:p>
        </p:txBody>
      </p:sp>
    </p:spTree>
    <p:extLst>
      <p:ext uri="{BB962C8B-B14F-4D97-AF65-F5344CB8AC3E}">
        <p14:creationId xmlns:p14="http://schemas.microsoft.com/office/powerpoint/2010/main" val="802480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8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Atlas first—transport the frozen microscope unchanged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30 assets / 6 behavior groups</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basket spans high-beta names, mature growth, cyclicals, defensives, equity ETFs, and non-equity proxies.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non-TSLA transport assets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Frozen transport contract</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Adjusted daily, 2018–2023</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1,2,3,4,5,10,15,20,25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Conditioning</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ER20 + ATR%</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Frozen cells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7 TSLA-discovered comparisons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Inference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HAC + fixed-family BH</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 refinement</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6–9 sessions not searched</a:t>
            </a:r>
          </a:p>
        </p:txBody>
      </p:sp>
    </p:spTree>
    <p:extLst>
      <p:ext uri="{BB962C8B-B14F-4D97-AF65-F5344CB8AC3E}">
        <p14:creationId xmlns:p14="http://schemas.microsoft.com/office/powerpoint/2010/main" val="139728336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frozen DOWN p20→f20 cell transports broadly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23/29 transport assets are negative; median Pearson r = −0.196. Twelve survive fixed-family BH.</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a228c0de32a4f72"/>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Rebound spans the 15–25-session neighborhood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Every equal-asset median in the 15/20/25 × 15/20/25 corner is negative; 70%–83% of assets agree per cell.</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4fbab95fc7c4d68"/>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behavior group leans toward rebound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six group medians are negative at DOWN p20→f20; strength varies, but no group reverses the sign.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c393562e6154624"/>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Thirty maps repeat the corner—but differ locally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long-horizon red corner recurs across many assets, while local surface shape remains heterogeneous.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eabc97bc85d4d58"/>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transports—and what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TRANSPORTS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23/29 negative; median r −0.196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WEAKENS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1×1 sign kink</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raw passes; 27.6% same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HETEROGENEITY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Maps differ in strength and detail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all 6 group medians still negative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26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Keep the broad DOWN-rebound morphology; retire any universal sign-kink interpretation.</a:t>
            </a:r>
          </a:p>
        </p:txBody>
      </p:sp>
    </p:spTree>
    <p:extLst>
      <p:ext uri="{BB962C8B-B14F-4D97-AF65-F5344CB8AC3E}">
        <p14:creationId xmlns:p14="http://schemas.microsoft.com/office/powerpoint/2010/main" val="66653628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Why breadth is still not an edge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 and predictor share the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02"/>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Signed ER20 defines DOWN using the same trailing displacement used by the p20 prior return. Selection geometry can amplify the pattern.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trading claims authorized</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Evidence boundary</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have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cross-asset morphology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lack</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later-time confirmation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Also absent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expectancy, costs, execution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Mechanical caveat</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p20 displacement is shared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Interpretation</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descriptive dependence</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Next authority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operator opens next gate</a:t>
            </a:r>
          </a:p>
        </p:txBody>
      </p:sp>
    </p:spTree>
    <p:extLst>
      <p:ext uri="{BB962C8B-B14F-4D97-AF65-F5344CB8AC3E}">
        <p14:creationId xmlns:p14="http://schemas.microsoft.com/office/powerpoint/2010/main" val="139728336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stop before adding 6–9 sessions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NOW</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Frozen atlas is complete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broad transport demonstrated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NOT YET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6–9-session local zoom</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motivated by atlas shape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NEXT GATE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confirm or refine 15–25</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with a frozen, later-time design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Atlas first was the right order. Any finer search should target the transported 15–25-session neighborhood.</a:t>
            </a:r>
          </a:p>
        </p:txBody>
      </p:sp>
    </p:spTree>
    <p:extLst>
      <p:ext uri="{BB962C8B-B14F-4D97-AF65-F5344CB8AC3E}">
        <p14:creationId xmlns:p14="http://schemas.microsoft.com/office/powerpoint/2010/main" val="66653628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BEHAVIORAL CATALOG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else can this microscope reveal?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Treat return geometry as a four-archetype behavioral vocabulary—not a search for one recurring cell.</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The atlas has already populated several archetypes. The next slides show what was observed and what remains absent.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83</a:t>
            </a:r>
          </a:p>
        </p:txBody>
      </p:sp>
    </p:spTree>
    <p:extLst>
      <p:ext uri="{BB962C8B-B14F-4D97-AF65-F5344CB8AC3E}">
        <p14:creationId xmlns:p14="http://schemas.microsoft.com/office/powerpoint/2010/main" val="8024806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can express four return behaviors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Prior sign and within-branch slope define the archetype; conditioning changes its prevalence.</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9bffa4c793d435c"/>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Conditioning changes which behavior dominates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gain exhaustion dominates trending/up states; gain continuation clusters in sideways paths.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5faba0e30cb429c"/>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Momentum-like continuation is conditional—not universal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Sideways: 39/81 supported cells; ATR low: 17/81; signed up: 0/45.</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341f1f944ef4e73"/>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rebound is broader than the DOWN 20→20 cell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unfiltered and strongest in high-volatility and signed-down long-horizon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0775280c7034211"/>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Mechanism stories become hypotheses to falsify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geometry organizes candidate explanations; correlation alone cannot identify the mechanism.</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a8424dfcc5346d2"/>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catalogs behavior—not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METHOD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Four branch archetypes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engine, different states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OBSERVED</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Continuation is conditional</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sideways + low ATR%</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BOUNDARY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Mechanisms remain hypotheses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causal or trading authority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this catalog as the method’s descriptive vocabulary; future tests name one behavior, one state, and one horizon neighborhood.</a:t>
            </a:r>
          </a:p>
        </p:txBody>
      </p:sp>
    </p:spTree>
    <p:extLst>
      <p:ext uri="{BB962C8B-B14F-4D97-AF65-F5344CB8AC3E}">
        <p14:creationId xmlns:p14="http://schemas.microsoft.com/office/powerpoint/2010/main" val="666536286"/>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FINE-GRID TOPOLOGY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Is the rebound a real neighborhood—or a 20-session artifact?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Resolve the transported loss-rebound region from 10 to 30 sessions, one session at a time.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30 assets. Same 2018–2023 data. Negative-prior branch only. No new inference or trading test.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90</a:t>
            </a:r>
          </a:p>
        </p:txBody>
      </p:sp>
    </p:spTree>
    <p:extLst>
      <p:ext uri="{BB962C8B-B14F-4D97-AF65-F5344CB8AC3E}">
        <p14:creationId xmlns:p14="http://schemas.microsoft.com/office/powerpoint/2010/main" val="80248067"/>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slice changes resolution—not the question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LOCKED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30 assets + six groups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2018–2023 daily bars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PRIMARY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Signed-ER20 DOWN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10–30 by 10–30 grid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CONTROLS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 ATR%-high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p-values or BH scan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remains fixed</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Coarse 10/15/20/25 anchors must reproduce exactly; neighboring cells are morphology, not independent tests.</a:t>
            </a:r>
          </a:p>
        </p:txBody>
      </p:sp>
    </p:spTree>
    <p:extLst>
      <p:ext uri="{BB962C8B-B14F-4D97-AF65-F5344CB8AC3E}">
        <p14:creationId xmlns:p14="http://schemas.microsoft.com/office/powerpoint/2010/main" val="666536286"/>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Fine resolution reveals an open rebound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Strong cells form connected regions across all three negative-prior views—not a bounded 20→20 island.</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d7eebdc5e9d4b43"/>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7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shape is shared across assets—not carried by one name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least 70% of assets are negative in most signed-down and ATR%-high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5f00f55163246c2"/>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Window 20 sits inside the curve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Holding one horizon at 20 produces broad curves, not a singular notch at the signed-ER measurement window.</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1b7c246d3474029"/>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Group maps reveal meaningful heterogeneity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Equity ETFs and defensive equities are darkest; five-name groups remain exploratory representation.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95ba33f5abf4bb2"/>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Coverage—not the hottest cell—defines the finding</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Strong-cell coverage: 66% unfiltered, 95% ATR%-high, and 94% signed-down.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20e690fd94e4c12"/>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freeze one open plateau—then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rebound plateau</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a 20-session island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Less coupling concern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geometry across windows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chosen horizon or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edge or causality claim</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1002"/>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gate belongs to the operator</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Choose temporal transport of one frozen neighborhood summary or a separately predeclared atlas-breadth expansion. Do not chase the open boundary.</a:t>
            </a:r>
          </a:p>
        </p:txBody>
      </p:sp>
    </p:spTree>
    <p:extLst>
      <p:ext uri="{BB962C8B-B14F-4D97-AF65-F5344CB8AC3E}">
        <p14:creationId xmlns:p14="http://schemas.microsoft.com/office/powerpoint/2010/main" val="666536286"/>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BOUNDARY PROBE</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How far does the cumulative rebound plateau extend?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Probe sparse 35 / 40 / 50 / 75 / 100-session checkpoints—without filling a new grid.</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30 assets. Same 2018–2023 data. Same loss branch and states. No holding-period test.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98</a:t>
            </a:r>
          </a:p>
        </p:txBody>
      </p:sp>
    </p:spTree>
    <p:extLst>
      <p:ext uri="{BB962C8B-B14F-4D97-AF65-F5344CB8AC3E}">
        <p14:creationId xmlns:p14="http://schemas.microsoft.com/office/powerpoint/2010/main" val="80248067"/>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6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probe extends the boundary—not the search surface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LOCKED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30 assets + six groups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2018–2023 daily bars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PRIMARY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Signed-ER20 DOWN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negative-prior branch</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CROSSHAIR</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vary one horizon to 100</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other fixed at 20 / 25 / 30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does not test</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147 unique pairs. Same display rules. No inference, later data, endpoint selection, edge, or holding-period claim.</a:t>
            </a:r>
          </a:p>
        </p:txBody>
      </p:sp>
    </p:spTree>
    <p:extLst>
      <p:ext uri="{BB962C8B-B14F-4D97-AF65-F5344CB8AC3E}">
        <p14:creationId xmlns:p14="http://schemas.microsoft.com/office/powerpoint/2010/main" val="666536286"/>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cumulative relationship stays open through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18 anchor paths remain strong at every outer checkpoint; no decay boundary appears.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23ac8d85f8f4f32"/>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Breadth stays high through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100, 83–93% of assets remain negative across every condition and orientation.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53dd98a40c44b60"/>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1143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647700"/>
            <a:ext cx="11277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Signed-down rebound stays strong to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following = 100, median r is −0.29 to −0.33 for prior anchors 20 / 25 / 30.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4c22835288045e4"/>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Behavior groups remain visibly heterogeneous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Equity ETFs are darkest; non-equity proxies weaken when the future window expands.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aeea0e8a6244afd"/>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647700"/>
            <a:ext cx="11277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Observation support remains usable at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Signed-down median branch count is 121 when prior expands and 146–154 when future expands.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28f509d95394fef"/>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open through 100—duration unknown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through 100</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cumulative relation persists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One boundary conclusion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a selected endpoint</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100-session hold</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edge or causality claim</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65598"/>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gate: incremental return blocks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Decompose sessions 1–20, 21–40, 41–60, and 61–100. Ask when the response accrues—not which cumulative endpoint looks hottest.</a:t>
            </a:r>
          </a:p>
        </p:txBody>
      </p:sp>
    </p:spTree>
    <p:extLst>
      <p:ext uri="{BB962C8B-B14F-4D97-AF65-F5344CB8AC3E}">
        <p14:creationId xmlns:p14="http://schemas.microsoft.com/office/powerpoint/2010/main" val="666536286"/>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WIDE ATLAS</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Does the plateau survive real sector breadth?</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Freeze 129 instruments, all nine filters, and a coarse 20–100-session grid.</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Primary headline: 88 stocks, eight in each of 11 GICS sectors, equal-sector weighted.</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106</a:t>
            </a:r>
          </a:p>
        </p:txBody>
      </p:sp>
    </p:spTree>
    <p:extLst>
      <p:ext uri="{BB962C8B-B14F-4D97-AF65-F5344CB8AC3E}">
        <p14:creationId xmlns:p14="http://schemas.microsoft.com/office/powerpoint/2010/main" val="1697167073"/>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975FA3A-7B7A-4DCE-BE5A-84E74DC1D0F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B6472F5C-DF7D-407E-8191-2836C3E3AAED}"/>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The wider atlas is balanced before results are read</a:t>
            </a:r>
          </a:p>
        </p:txBody>
      </p:sp>
      <p:sp>
        <p:nvSpPr>
          <p:cNvPr id="3" name="">
            <a:extLst xmlns:a="http://schemas.openxmlformats.org/drawingml/2006/main">
              <a:ext uri="{FF2B5EF4-FFF2-40B4-BE49-F238E27FC236}">
                <a16:creationId xmlns:a16="http://schemas.microsoft.com/office/drawing/2014/main" id="{3E456945-A860-45BF-838A-84CF2A0FAE4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B90F6BF-7D1F-42F0-8870-18EA12E44041}"/>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28A654AA-807A-4DD7-8B1E-550BE487BBDE}"/>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107</a:t>
            </a:r>
          </a:p>
        </p:txBody>
      </p:sp>
      <p:sp>
        <p:nvSpPr>
          <p:cNvPr id="6" name="">
            <a:extLst xmlns:a="http://schemas.openxmlformats.org/drawingml/2006/main">
              <a:ext uri="{FF2B5EF4-FFF2-40B4-BE49-F238E27FC236}">
                <a16:creationId xmlns:a16="http://schemas.microsoft.com/office/drawing/2014/main" id="{1A48904E-C2B5-4030-9F5C-135F8E81A8CF}"/>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3E791499-974A-45B1-BE0E-27A91CC8E0C3}"/>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3D8DFF"/>
                </a:solidFill>
              </a:defRPr>
            </a:pPr>
            <a:r>
              <a:rPr sz="1350" b="1">
                <a:solidFill>
                  <a:srgbClr val="3D8DFF"/>
                </a:solidFill>
              </a:rPr>
              <a:t>CORE</a:t>
            </a:r>
          </a:p>
        </p:txBody>
      </p:sp>
      <p:sp>
        <p:nvSpPr>
          <p:cNvPr id="8" name="">
            <a:extLst xmlns:a="http://schemas.openxmlformats.org/drawingml/2006/main">
              <a:ext uri="{FF2B5EF4-FFF2-40B4-BE49-F238E27FC236}">
                <a16:creationId xmlns:a16="http://schemas.microsoft.com/office/drawing/2014/main" id="{C3A67979-9151-4748-A221-F0070561B033}"/>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88 stocks</a:t>
            </a:r>
          </a:p>
        </p:txBody>
      </p:sp>
      <p:sp>
        <p:nvSpPr>
          <p:cNvPr id="9" name="">
            <a:extLst xmlns:a="http://schemas.openxmlformats.org/drawingml/2006/main">
              <a:ext uri="{FF2B5EF4-FFF2-40B4-BE49-F238E27FC236}">
                <a16:creationId xmlns:a16="http://schemas.microsoft.com/office/drawing/2014/main" id="{6FFD5673-B6D2-4155-A59A-F3191F8D8752}"/>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11 sectors × 8 names</a:t>
            </a:r>
          </a:p>
        </p:txBody>
      </p:sp>
      <p:sp>
        <p:nvSpPr>
          <p:cNvPr id="10" name="">
            <a:extLst xmlns:a="http://schemas.openxmlformats.org/drawingml/2006/main">
              <a:ext uri="{FF2B5EF4-FFF2-40B4-BE49-F238E27FC236}">
                <a16:creationId xmlns:a16="http://schemas.microsoft.com/office/drawing/2014/main" id="{D3FB0AB3-A3CD-4683-9CB0-471C0A7FDAB2}"/>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9005535B-6C8D-445C-87D8-2FE19E86F0B1}"/>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F59E0B"/>
          </a:solidFill>
          <a:ln xmlns:a="http://schemas.openxmlformats.org/drawingml/2006/main" w="9525">
            <a:solidFill>
              <a:srgbClr val="F59E0B"/>
            </a:solidFill>
            <a:prstDash val="solid"/>
          </a:ln>
        </p:spPr>
      </p:sp>
      <p:sp>
        <p:nvSpPr>
          <p:cNvPr id="12" name="">
            <a:extLst xmlns:a="http://schemas.openxmlformats.org/drawingml/2006/main">
              <a:ext uri="{FF2B5EF4-FFF2-40B4-BE49-F238E27FC236}">
                <a16:creationId xmlns:a16="http://schemas.microsoft.com/office/drawing/2014/main" id="{264F1D68-325D-4B3B-8F7C-00326724A0A8}"/>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F59E0B"/>
                </a:solidFill>
              </a:defRPr>
            </a:pPr>
            <a:r>
              <a:rPr sz="1350" b="1">
                <a:solidFill>
                  <a:srgbClr val="F59E0B"/>
                </a:solidFill>
              </a:rPr>
              <a:t>CHALLENGE</a:t>
            </a:r>
          </a:p>
        </p:txBody>
      </p:sp>
      <p:sp>
        <p:nvSpPr>
          <p:cNvPr id="13" name="">
            <a:extLst xmlns:a="http://schemas.openxmlformats.org/drawingml/2006/main">
              <a:ext uri="{FF2B5EF4-FFF2-40B4-BE49-F238E27FC236}">
                <a16:creationId xmlns:a16="http://schemas.microsoft.com/office/drawing/2014/main" id="{5EDC81BC-9F5C-4D4F-B28E-718205D4835A}"/>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16 attention names</a:t>
            </a:r>
          </a:p>
        </p:txBody>
      </p:sp>
      <p:sp>
        <p:nvSpPr>
          <p:cNvPr id="14" name="">
            <a:extLst xmlns:a="http://schemas.openxmlformats.org/drawingml/2006/main">
              <a:ext uri="{FF2B5EF4-FFF2-40B4-BE49-F238E27FC236}">
                <a16:creationId xmlns:a16="http://schemas.microsoft.com/office/drawing/2014/main" id="{9EC97F66-8EE5-4A0F-BBD5-E69B07182269}"/>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separate sleeve—not a sector</a:t>
            </a:r>
          </a:p>
        </p:txBody>
      </p:sp>
      <p:sp>
        <p:nvSpPr>
          <p:cNvPr id="15" name="">
            <a:extLst xmlns:a="http://schemas.openxmlformats.org/drawingml/2006/main">
              <a:ext uri="{FF2B5EF4-FFF2-40B4-BE49-F238E27FC236}">
                <a16:creationId xmlns:a16="http://schemas.microsoft.com/office/drawing/2014/main" id="{380D8078-2C96-47C8-BCCB-9A9EFA500204}"/>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6" name="">
            <a:extLst xmlns:a="http://schemas.openxmlformats.org/drawingml/2006/main">
              <a:ext uri="{FF2B5EF4-FFF2-40B4-BE49-F238E27FC236}">
                <a16:creationId xmlns:a16="http://schemas.microsoft.com/office/drawing/2014/main" id="{4A3796B2-0890-4697-AB3D-35737FA179DB}"/>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2A9D6F"/>
          </a:solidFill>
          <a:ln xmlns:a="http://schemas.openxmlformats.org/drawingml/2006/main" w="9525">
            <a:solidFill>
              <a:srgbClr val="2A9D6F"/>
            </a:solidFill>
            <a:prstDash val="solid"/>
          </a:ln>
        </p:spPr>
      </p:sp>
      <p:sp>
        <p:nvSpPr>
          <p:cNvPr id="17" name="">
            <a:extLst xmlns:a="http://schemas.openxmlformats.org/drawingml/2006/main">
              <a:ext uri="{FF2B5EF4-FFF2-40B4-BE49-F238E27FC236}">
                <a16:creationId xmlns:a16="http://schemas.microsoft.com/office/drawing/2014/main" id="{3A5137E0-9E7E-4A70-8E4C-A559B3A7F0DD}"/>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2A9D6F"/>
                </a:solidFill>
              </a:defRPr>
            </a:pPr>
            <a:r>
              <a:rPr sz="1350" b="1">
                <a:solidFill>
                  <a:srgbClr val="2A9D6F"/>
                </a:solidFill>
              </a:rPr>
              <a:t>CONTROLS</a:t>
            </a:r>
          </a:p>
        </p:txBody>
      </p:sp>
      <p:sp>
        <p:nvSpPr>
          <p:cNvPr id="18" name="">
            <a:extLst xmlns:a="http://schemas.openxmlformats.org/drawingml/2006/main">
              <a:ext uri="{FF2B5EF4-FFF2-40B4-BE49-F238E27FC236}">
                <a16:creationId xmlns:a16="http://schemas.microsoft.com/office/drawing/2014/main" id="{965FB54C-B8BA-41CE-8A2F-CF4B5EA785CE}"/>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25 liquid proxies</a:t>
            </a:r>
          </a:p>
        </p:txBody>
      </p:sp>
      <p:sp>
        <p:nvSpPr>
          <p:cNvPr id="19" name="">
            <a:extLst xmlns:a="http://schemas.openxmlformats.org/drawingml/2006/main">
              <a:ext uri="{FF2B5EF4-FFF2-40B4-BE49-F238E27FC236}">
                <a16:creationId xmlns:a16="http://schemas.microsoft.com/office/drawing/2014/main" id="{C90810C4-3E3B-413B-BE3A-0D0CBA54E686}"/>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15 equity ETFs + 10 non-equity</a:t>
            </a:r>
          </a:p>
        </p:txBody>
      </p:sp>
      <p:sp>
        <p:nvSpPr>
          <p:cNvPr id="20" name="">
            <a:extLst xmlns:a="http://schemas.openxmlformats.org/drawingml/2006/main">
              <a:ext uri="{FF2B5EF4-FFF2-40B4-BE49-F238E27FC236}">
                <a16:creationId xmlns:a16="http://schemas.microsoft.com/office/drawing/2014/main" id="{6B9AF3F5-7B95-485D-B9FA-C6052CF17EE2}"/>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21" name="">
            <a:extLst xmlns:a="http://schemas.openxmlformats.org/drawingml/2006/main">
              <a:ext uri="{FF2B5EF4-FFF2-40B4-BE49-F238E27FC236}">
                <a16:creationId xmlns:a16="http://schemas.microsoft.com/office/drawing/2014/main" id="{DBF8A934-4548-47C8-8583-F3E852C74E62}"/>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oundRect">
            <a:avLst>
              <a:gd name="adj" fmla="val 14634"/>
            </a:avLst>
          </a:prstGeom>
          <a:solidFill xmlns:a="http://schemas.openxmlformats.org/drawingml/2006/main">
            <a:srgbClr val="F4F6F8"/>
          </a:solidFill>
          <a:ln xmlns:a="http://schemas.openxmlformats.org/drawingml/2006/main" w="9525">
            <a:solidFill>
              <a:srgbClr val="D7DBE2"/>
            </a:solidFill>
            <a:prstDash val="solid"/>
          </a:ln>
        </p:spPr>
      </p:sp>
      <p:sp>
        <p:nvSpPr>
          <p:cNvPr id="22" name="">
            <a:extLst xmlns:a="http://schemas.openxmlformats.org/drawingml/2006/main">
              <a:ext uri="{FF2B5EF4-FFF2-40B4-BE49-F238E27FC236}">
                <a16:creationId xmlns:a16="http://schemas.microsoft.com/office/drawing/2014/main" id="{89F81B3D-ACD0-4A02-9B6C-89D781879330}"/>
              </a:ext>
            </a:extLst>
          </p:cNvPr>
          <p:cNvSpPr>
            <a:spLocks xmlns:a="http://schemas.openxmlformats.org/drawingml/2006/main" noGrp="1"/>
          </p:cNvSpPr>
          <p:nvPr/>
        </p:nvSpPr>
        <p:spPr>
          <a:xfrm xmlns:a="http://schemas.openxmlformats.org/drawingml/2006/main">
            <a:off x="781050" y="55245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11827"/>
                </a:solidFill>
              </a:defRPr>
            </a:pPr>
            <a:r>
              <a:rPr sz="1500" b="1">
                <a:solidFill>
                  <a:srgbClr val="111827"/>
                </a:solidFill>
              </a:rPr>
              <a:t>Frozen grid</a:t>
            </a:r>
          </a:p>
        </p:txBody>
      </p:sp>
      <p:sp>
        <p:nvSpPr>
          <p:cNvPr id="23" name="">
            <a:extLst xmlns:a="http://schemas.openxmlformats.org/drawingml/2006/main">
              <a:ext uri="{FF2B5EF4-FFF2-40B4-BE49-F238E27FC236}">
                <a16:creationId xmlns:a16="http://schemas.microsoft.com/office/drawing/2014/main" id="{DBACD672-B2FE-4661-8267-7719DCE7CC56}"/>
              </a:ext>
            </a:extLst>
          </p:cNvPr>
          <p:cNvSpPr>
            <a:spLocks xmlns:a="http://schemas.openxmlformats.org/drawingml/2006/main" noGrp="1"/>
          </p:cNvSpPr>
          <p:nvPr/>
        </p:nvSpPr>
        <p:spPr>
          <a:xfrm xmlns:a="http://schemas.openxmlformats.org/drawingml/2006/main">
            <a:off x="3333750" y="54864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384"/>
                </a:solidFill>
              </a:defRPr>
            </a:pPr>
            <a:r>
              <a:rPr sz="1425" b="0">
                <a:solidFill>
                  <a:srgbClr val="667384"/>
                </a:solidFill>
              </a:rPr>
              <a:t>Prior and following = 20 / 25 / 30 / 35 / 40 / 50 / 75 / 100. All nine existing filter states; no per-asset selection.</a:t>
            </a:r>
          </a:p>
        </p:txBody>
      </p:sp>
    </p:spTree>
    <p:extLst>
      <p:ext uri="{BB962C8B-B14F-4D97-AF65-F5344CB8AC3E}">
        <p14:creationId xmlns:p14="http://schemas.microsoft.com/office/powerpoint/2010/main" val="1154963589"/>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FF16D75-C7C3-4FAF-8CAA-342068BF88F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166CC192-C582-4D56-B009-2AFAE8FF563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Coverage is complete where the headline is formed</a:t>
            </a:r>
          </a:p>
        </p:txBody>
      </p:sp>
      <p:sp>
        <p:nvSpPr>
          <p:cNvPr id="3" name="">
            <a:extLst xmlns:a="http://schemas.openxmlformats.org/drawingml/2006/main">
              <a:ext uri="{FF2B5EF4-FFF2-40B4-BE49-F238E27FC236}">
                <a16:creationId xmlns:a16="http://schemas.microsoft.com/office/drawing/2014/main" id="{DCF7CEF0-ACEA-457F-9CCB-89092B63C246}"/>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E47F080F-E6AF-40CC-92AE-B894A5C6C4B5}"/>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02818DC4-7765-41C9-A1FB-88C56DA5F125}"/>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108</a:t>
            </a:r>
          </a:p>
        </p:txBody>
      </p:sp>
      <p:sp>
        <p:nvSpPr>
          <p:cNvPr id="6" name="">
            <a:extLst xmlns:a="http://schemas.openxmlformats.org/drawingml/2006/main">
              <a:ext uri="{FF2B5EF4-FFF2-40B4-BE49-F238E27FC236}">
                <a16:creationId xmlns:a16="http://schemas.microsoft.com/office/drawing/2014/main" id="{CABB54E2-EDFA-4EEB-B79C-50D1FC572ADE}"/>
              </a:ext>
            </a:extLst>
          </p:cNvPr>
          <p:cNvSpPr>
            <a:spLocks xmlns:a="http://schemas.openxmlformats.org/drawingml/2006/main" noGrp="1"/>
          </p:cNvSpPr>
          <p:nvPr/>
        </p:nvSpPr>
        <p:spPr>
          <a:xfrm xmlns:a="http://schemas.openxmlformats.org/drawingml/2006/main">
            <a:off x="552450" y="1562100"/>
            <a:ext cx="3238500" cy="1714500"/>
          </a:xfrm>
          <a:prstGeom xmlns:a="http://schemas.openxmlformats.org/drawingml/2006/main" prst="roundRect">
            <a:avLst>
              <a:gd name="adj" fmla="val 6667"/>
            </a:avLst>
          </a:prstGeom>
          <a:solidFill xmlns:a="http://schemas.openxmlformats.org/drawingml/2006/main">
            <a:srgbClr val="EDF5FF"/>
          </a:solidFill>
          <a:ln xmlns:a="http://schemas.openxmlformats.org/drawingml/2006/main" w="9525">
            <a:solidFill>
              <a:srgbClr val="EDF5FF"/>
            </a:solidFill>
            <a:prstDash val="solid"/>
          </a:ln>
        </p:spPr>
      </p:sp>
      <p:sp>
        <p:nvSpPr>
          <p:cNvPr id="7" name="">
            <a:extLst xmlns:a="http://schemas.openxmlformats.org/drawingml/2006/main">
              <a:ext uri="{FF2B5EF4-FFF2-40B4-BE49-F238E27FC236}">
                <a16:creationId xmlns:a16="http://schemas.microsoft.com/office/drawing/2014/main" id="{5FDC4359-0336-4EF0-BC64-FBF66B7E27D4}"/>
              </a:ext>
            </a:extLst>
          </p:cNvPr>
          <p:cNvSpPr>
            <a:spLocks xmlns:a="http://schemas.openxmlformats.org/drawingml/2006/main" noGrp="1"/>
          </p:cNvSpPr>
          <p:nvPr/>
        </p:nvSpPr>
        <p:spPr>
          <a:xfrm xmlns:a="http://schemas.openxmlformats.org/drawingml/2006/main">
            <a:off x="762000" y="1790700"/>
            <a:ext cx="2819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600" b="1">
                <a:solidFill>
                  <a:srgbClr val="3D8DFF"/>
                </a:solidFill>
              </a:defRPr>
            </a:pPr>
            <a:r>
              <a:rPr sz="3600" b="1">
                <a:solidFill>
                  <a:srgbClr val="3D8DFF"/>
                </a:solidFill>
              </a:rPr>
              <a:t>129/129</a:t>
            </a:r>
          </a:p>
        </p:txBody>
      </p:sp>
      <p:sp>
        <p:nvSpPr>
          <p:cNvPr id="8" name="">
            <a:extLst xmlns:a="http://schemas.openxmlformats.org/drawingml/2006/main">
              <a:ext uri="{FF2B5EF4-FFF2-40B4-BE49-F238E27FC236}">
                <a16:creationId xmlns:a16="http://schemas.microsoft.com/office/drawing/2014/main" id="{97B07DEA-5881-47B8-8311-6B55F9AAC2EA}"/>
              </a:ext>
            </a:extLst>
          </p:cNvPr>
          <p:cNvSpPr>
            <a:spLocks xmlns:a="http://schemas.openxmlformats.org/drawingml/2006/main" noGrp="1"/>
          </p:cNvSpPr>
          <p:nvPr/>
        </p:nvSpPr>
        <p:spPr>
          <a:xfrm xmlns:a="http://schemas.openxmlformats.org/drawingml/2006/main">
            <a:off x="762000" y="2609850"/>
            <a:ext cx="2819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11827"/>
                </a:solidFill>
              </a:defRPr>
            </a:pPr>
            <a:r>
              <a:rPr sz="1575" b="1">
                <a:solidFill>
                  <a:srgbClr val="111827"/>
                </a:solidFill>
              </a:rPr>
              <a:t>analyzable</a:t>
            </a:r>
          </a:p>
        </p:txBody>
      </p:sp>
      <p:sp>
        <p:nvSpPr>
          <p:cNvPr id="9" name="">
            <a:extLst xmlns:a="http://schemas.openxmlformats.org/drawingml/2006/main">
              <a:ext uri="{FF2B5EF4-FFF2-40B4-BE49-F238E27FC236}">
                <a16:creationId xmlns:a16="http://schemas.microsoft.com/office/drawing/2014/main" id="{53BB5982-7F37-4BBD-A531-8321690D31A3}"/>
              </a:ext>
            </a:extLst>
          </p:cNvPr>
          <p:cNvSpPr>
            <a:spLocks xmlns:a="http://schemas.openxmlformats.org/drawingml/2006/main" noGrp="1"/>
          </p:cNvSpPr>
          <p:nvPr/>
        </p:nvSpPr>
        <p:spPr>
          <a:xfrm xmlns:a="http://schemas.openxmlformats.org/drawingml/2006/main">
            <a:off x="4286250" y="1562100"/>
            <a:ext cx="3238500" cy="1714500"/>
          </a:xfrm>
          <a:prstGeom xmlns:a="http://schemas.openxmlformats.org/drawingml/2006/main" prst="roundRect">
            <a:avLst>
              <a:gd name="adj" fmla="val 6667"/>
            </a:avLst>
          </a:prstGeom>
          <a:solidFill xmlns:a="http://schemas.openxmlformats.org/drawingml/2006/main">
            <a:srgbClr val="EDF8F3"/>
          </a:solidFill>
          <a:ln xmlns:a="http://schemas.openxmlformats.org/drawingml/2006/main" w="9525">
            <a:solidFill>
              <a:srgbClr val="EDF8F3"/>
            </a:solidFill>
            <a:prstDash val="solid"/>
          </a:ln>
        </p:spPr>
      </p:sp>
      <p:sp>
        <p:nvSpPr>
          <p:cNvPr id="10" name="">
            <a:extLst xmlns:a="http://schemas.openxmlformats.org/drawingml/2006/main">
              <a:ext uri="{FF2B5EF4-FFF2-40B4-BE49-F238E27FC236}">
                <a16:creationId xmlns:a16="http://schemas.microsoft.com/office/drawing/2014/main" id="{0E543890-F772-47C4-A6F3-02240B90D53D}"/>
              </a:ext>
            </a:extLst>
          </p:cNvPr>
          <p:cNvSpPr>
            <a:spLocks xmlns:a="http://schemas.openxmlformats.org/drawingml/2006/main" noGrp="1"/>
          </p:cNvSpPr>
          <p:nvPr/>
        </p:nvSpPr>
        <p:spPr>
          <a:xfrm xmlns:a="http://schemas.openxmlformats.org/drawingml/2006/main">
            <a:off x="4495800" y="1790700"/>
            <a:ext cx="2819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600" b="1">
                <a:solidFill>
                  <a:srgbClr val="2A9D6F"/>
                </a:solidFill>
              </a:defRPr>
            </a:pPr>
            <a:r>
              <a:rPr sz="3600" b="1">
                <a:solidFill>
                  <a:srgbClr val="2A9D6F"/>
                </a:solidFill>
              </a:rPr>
              <a:t>88/88</a:t>
            </a:r>
          </a:p>
        </p:txBody>
      </p:sp>
      <p:sp>
        <p:nvSpPr>
          <p:cNvPr id="11" name="">
            <a:extLst xmlns:a="http://schemas.openxmlformats.org/drawingml/2006/main">
              <a:ext uri="{FF2B5EF4-FFF2-40B4-BE49-F238E27FC236}">
                <a16:creationId xmlns:a16="http://schemas.microsoft.com/office/drawing/2014/main" id="{99528099-A905-4178-8C58-9FF823129C9B}"/>
              </a:ext>
            </a:extLst>
          </p:cNvPr>
          <p:cNvSpPr>
            <a:spLocks xmlns:a="http://schemas.openxmlformats.org/drawingml/2006/main" noGrp="1"/>
          </p:cNvSpPr>
          <p:nvPr/>
        </p:nvSpPr>
        <p:spPr>
          <a:xfrm xmlns:a="http://schemas.openxmlformats.org/drawingml/2006/main">
            <a:off x="4495800" y="2609850"/>
            <a:ext cx="2819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11827"/>
                </a:solidFill>
              </a:defRPr>
            </a:pPr>
            <a:r>
              <a:rPr sz="1575" b="1">
                <a:solidFill>
                  <a:srgbClr val="111827"/>
                </a:solidFill>
              </a:rPr>
              <a:t>core full-history</a:t>
            </a:r>
          </a:p>
        </p:txBody>
      </p:sp>
      <p:sp>
        <p:nvSpPr>
          <p:cNvPr id="12" name="">
            <a:extLst xmlns:a="http://schemas.openxmlformats.org/drawingml/2006/main">
              <a:ext uri="{FF2B5EF4-FFF2-40B4-BE49-F238E27FC236}">
                <a16:creationId xmlns:a16="http://schemas.microsoft.com/office/drawing/2014/main" id="{A7E82B4D-9C3B-4A9B-9CE1-5AED1E8288CC}"/>
              </a:ext>
            </a:extLst>
          </p:cNvPr>
          <p:cNvSpPr>
            <a:spLocks xmlns:a="http://schemas.openxmlformats.org/drawingml/2006/main" noGrp="1"/>
          </p:cNvSpPr>
          <p:nvPr/>
        </p:nvSpPr>
        <p:spPr>
          <a:xfrm xmlns:a="http://schemas.openxmlformats.org/drawingml/2006/main">
            <a:off x="8020050" y="1562100"/>
            <a:ext cx="3238500" cy="1714500"/>
          </a:xfrm>
          <a:prstGeom xmlns:a="http://schemas.openxmlformats.org/drawingml/2006/main" prst="roundRect">
            <a:avLst>
              <a:gd name="adj" fmla="val 6667"/>
            </a:avLst>
          </a:prstGeom>
          <a:solidFill xmlns:a="http://schemas.openxmlformats.org/drawingml/2006/main">
            <a:srgbClr val="FDF0EF"/>
          </a:solidFill>
          <a:ln xmlns:a="http://schemas.openxmlformats.org/drawingml/2006/main" w="9525">
            <a:solidFill>
              <a:srgbClr val="FDF0EF"/>
            </a:solidFill>
            <a:prstDash val="solid"/>
          </a:ln>
        </p:spPr>
      </p:sp>
      <p:sp>
        <p:nvSpPr>
          <p:cNvPr id="13" name="">
            <a:extLst xmlns:a="http://schemas.openxmlformats.org/drawingml/2006/main">
              <a:ext uri="{FF2B5EF4-FFF2-40B4-BE49-F238E27FC236}">
                <a16:creationId xmlns:a16="http://schemas.microsoft.com/office/drawing/2014/main" id="{E297B0A9-A535-4E64-B0B9-A80638F58118}"/>
              </a:ext>
            </a:extLst>
          </p:cNvPr>
          <p:cNvSpPr>
            <a:spLocks xmlns:a="http://schemas.openxmlformats.org/drawingml/2006/main" noGrp="1"/>
          </p:cNvSpPr>
          <p:nvPr/>
        </p:nvSpPr>
        <p:spPr>
          <a:xfrm xmlns:a="http://schemas.openxmlformats.org/drawingml/2006/main">
            <a:off x="8229600" y="1790700"/>
            <a:ext cx="2819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600" b="1">
                <a:solidFill>
                  <a:srgbClr val="E45756"/>
                </a:solidFill>
              </a:defRPr>
            </a:pPr>
            <a:r>
              <a:rPr sz="3600" b="1">
                <a:solidFill>
                  <a:srgbClr val="E45756"/>
                </a:solidFill>
              </a:rPr>
              <a:t>74,304</a:t>
            </a:r>
          </a:p>
        </p:txBody>
      </p:sp>
      <p:sp>
        <p:nvSpPr>
          <p:cNvPr id="14" name="">
            <a:extLst xmlns:a="http://schemas.openxmlformats.org/drawingml/2006/main">
              <a:ext uri="{FF2B5EF4-FFF2-40B4-BE49-F238E27FC236}">
                <a16:creationId xmlns:a16="http://schemas.microsoft.com/office/drawing/2014/main" id="{FA4B617E-F240-4E5D-B857-A89B4D52CF0B}"/>
              </a:ext>
            </a:extLst>
          </p:cNvPr>
          <p:cNvSpPr>
            <a:spLocks xmlns:a="http://schemas.openxmlformats.org/drawingml/2006/main" noGrp="1"/>
          </p:cNvSpPr>
          <p:nvPr/>
        </p:nvSpPr>
        <p:spPr>
          <a:xfrm xmlns:a="http://schemas.openxmlformats.org/drawingml/2006/main">
            <a:off x="8229600" y="2609850"/>
            <a:ext cx="2819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11827"/>
                </a:solidFill>
              </a:defRPr>
            </a:pPr>
            <a:r>
              <a:rPr sz="1575" b="1">
                <a:solidFill>
                  <a:srgbClr val="111827"/>
                </a:solidFill>
              </a:rPr>
              <a:t>asset-state cells</a:t>
            </a:r>
          </a:p>
        </p:txBody>
      </p:sp>
      <p:sp>
        <p:nvSpPr>
          <p:cNvPr id="15" name="">
            <a:extLst xmlns:a="http://schemas.openxmlformats.org/drawingml/2006/main">
              <a:ext uri="{FF2B5EF4-FFF2-40B4-BE49-F238E27FC236}">
                <a16:creationId xmlns:a16="http://schemas.microsoft.com/office/drawing/2014/main" id="{1D495D5D-A07F-4DE3-8336-047CDA796F14}"/>
              </a:ext>
            </a:extLst>
          </p:cNvPr>
          <p:cNvSpPr>
            <a:spLocks xmlns:a="http://schemas.openxmlformats.org/drawingml/2006/main" noGrp="1"/>
          </p:cNvSpPr>
          <p:nvPr/>
        </p:nvSpPr>
        <p:spPr>
          <a:xfrm xmlns:a="http://schemas.openxmlformats.org/drawingml/2006/main">
            <a:off x="552450" y="3676650"/>
            <a:ext cx="10877550" cy="200025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9525">
            <a:solidFill>
              <a:srgbClr val="D7DBE2"/>
            </a:solidFill>
            <a:prstDash val="solid"/>
          </a:ln>
        </p:spPr>
      </p:sp>
      <p:sp>
        <p:nvSpPr>
          <p:cNvPr id="16" name="">
            <a:extLst xmlns:a="http://schemas.openxmlformats.org/drawingml/2006/main">
              <a:ext uri="{FF2B5EF4-FFF2-40B4-BE49-F238E27FC236}">
                <a16:creationId xmlns:a16="http://schemas.microsoft.com/office/drawing/2014/main" id="{25917D21-FB19-4E35-8363-3B389D92C0AA}"/>
              </a:ext>
            </a:extLst>
          </p:cNvPr>
          <p:cNvSpPr>
            <a:spLocks xmlns:a="http://schemas.openxmlformats.org/drawingml/2006/main" noGrp="1"/>
          </p:cNvSpPr>
          <p:nvPr/>
        </p:nvSpPr>
        <p:spPr>
          <a:xfrm xmlns:a="http://schemas.openxmlformats.org/drawingml/2006/main">
            <a:off x="800100" y="39433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75" b="1">
                <a:solidFill>
                  <a:srgbClr val="111827"/>
                </a:solidFill>
              </a:defRPr>
            </a:pPr>
            <a:r>
              <a:rPr sz="2175" b="1">
                <a:solidFill>
                  <a:srgbClr val="111827"/>
                </a:solidFill>
              </a:rPr>
              <a:t>10 partial-history attention names</a:t>
            </a:r>
          </a:p>
        </p:txBody>
      </p:sp>
      <p:sp>
        <p:nvSpPr>
          <p:cNvPr id="17" name="">
            <a:extLst xmlns:a="http://schemas.openxmlformats.org/drawingml/2006/main">
              <a:ext uri="{FF2B5EF4-FFF2-40B4-BE49-F238E27FC236}">
                <a16:creationId xmlns:a16="http://schemas.microsoft.com/office/drawing/2014/main" id="{7293CAC5-5E9F-4C18-BEE9-12CA7D0A1754}"/>
              </a:ext>
            </a:extLst>
          </p:cNvPr>
          <p:cNvSpPr>
            <a:spLocks xmlns:a="http://schemas.openxmlformats.org/drawingml/2006/main" noGrp="1"/>
          </p:cNvSpPr>
          <p:nvPr/>
        </p:nvSpPr>
        <p:spPr>
          <a:xfrm xmlns:a="http://schemas.openxmlformats.org/drawingml/2006/main">
            <a:off x="800100" y="4552950"/>
            <a:ext cx="100488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Refreshed once; no pre-listing rows exist. Every history reaches 2023, and none enters equal-sector weighting.</a:t>
            </a:r>
          </a:p>
        </p:txBody>
      </p:sp>
      <p:sp>
        <p:nvSpPr>
          <p:cNvPr id="18" name="">
            <a:extLst xmlns:a="http://schemas.openxmlformats.org/drawingml/2006/main">
              <a:ext uri="{FF2B5EF4-FFF2-40B4-BE49-F238E27FC236}">
                <a16:creationId xmlns:a16="http://schemas.microsoft.com/office/drawing/2014/main" id="{BA860914-641C-4744-882A-089AD67BAD96}"/>
              </a:ext>
            </a:extLst>
          </p:cNvPr>
          <p:cNvSpPr>
            <a:spLocks xmlns:a="http://schemas.openxmlformats.org/drawingml/2006/main" noGrp="1"/>
          </p:cNvSpPr>
          <p:nvPr/>
        </p:nvSpPr>
        <p:spPr>
          <a:xfrm xmlns:a="http://schemas.openxmlformats.org/drawingml/2006/main">
            <a:off x="800100" y="5391150"/>
            <a:ext cx="10048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2A9D6F"/>
                </a:solidFill>
              </a:defRPr>
            </a:pPr>
            <a:r>
              <a:rPr sz="1275" b="1">
                <a:solidFill>
                  <a:srgbClr val="2A9D6F"/>
                </a:solidFill>
              </a:rPr>
              <a:t>12 / 12 integrity checks pass • original 30-name overlap reproduces below 5e−16</a:t>
            </a:r>
          </a:p>
        </p:txBody>
      </p:sp>
    </p:spTree>
    <p:extLst>
      <p:ext uri="{BB962C8B-B14F-4D97-AF65-F5344CB8AC3E}">
        <p14:creationId xmlns:p14="http://schemas.microsoft.com/office/powerpoint/2010/main" val="1927309989"/>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2D810C-D45E-4CFA-85D5-8FF7CB2CFD1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415BB505-C755-40D4-8ACD-1413E2F84EA6}"/>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The signed-down plateau survives the full coarse surface</a:t>
            </a:r>
          </a:p>
        </p:txBody>
      </p:sp>
      <p:sp>
        <p:nvSpPr>
          <p:cNvPr id="3" name="">
            <a:extLst xmlns:a="http://schemas.openxmlformats.org/drawingml/2006/main">
              <a:ext uri="{FF2B5EF4-FFF2-40B4-BE49-F238E27FC236}">
                <a16:creationId xmlns:a16="http://schemas.microsoft.com/office/drawing/2014/main" id="{A55575ED-8284-4601-A3AF-FE58C004F5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9AD69B41-9C28-4922-B54C-C211D971F24D}"/>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313DC3AB-EB47-4C21-821F-9A23EAFACF2D}"/>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109</a:t>
            </a:r>
          </a:p>
        </p:txBody>
      </p:sp>
      <p:sp>
        <p:nvSpPr>
          <p:cNvPr id="6" name="">
            <a:extLst xmlns:a="http://schemas.openxmlformats.org/drawingml/2006/main">
              <a:ext uri="{FF2B5EF4-FFF2-40B4-BE49-F238E27FC236}">
                <a16:creationId xmlns:a16="http://schemas.microsoft.com/office/drawing/2014/main" id="{4B6DB1C6-9DA6-49F7-A43D-29C6BD4F682A}"/>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oundRect">
            <a:avLst>
              <a:gd name="adj" fmla="val 2330"/>
            </a:avLst>
          </a:prstGeom>
          <a:solidFill xmlns:a="http://schemas.openxmlformats.org/drawingml/2006/main">
            <a:srgbClr val="FFFFFF"/>
          </a:solidFill>
          <a:ln xmlns:a="http://schemas.openxmlformats.org/drawingml/2006/main" w="9525">
            <a:solidFill>
              <a:srgbClr val="D7DBE2"/>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7066120856c43d2"/>
          <a:stretch xmlns:a="http://schemas.openxmlformats.org/drawingml/2006/main"/>
        </p:blipFill>
        <p:spPr>
          <a:xfrm xmlns:a="http://schemas.openxmlformats.org/drawingml/2006/main">
            <a:off x="3238500" y="1409700"/>
            <a:ext cx="571500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14BE478-A788-4E5A-9359-C60FFC0B7B78}"/>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111827"/>
                </a:solidFill>
              </a:defRPr>
            </a:pPr>
            <a:r>
              <a:rPr sz="1050" b="1">
                <a:solidFill>
                  <a:srgbClr val="111827"/>
                </a:solidFill>
              </a:rPr>
              <a:t>Every one of 64 equal-sector cells is negative; this is a broad surface—not a selected endpoint.</a:t>
            </a:r>
          </a:p>
        </p:txBody>
      </p:sp>
    </p:spTree>
    <p:extLst>
      <p:ext uri="{BB962C8B-B14F-4D97-AF65-F5344CB8AC3E}">
        <p14:creationId xmlns:p14="http://schemas.microsoft.com/office/powerpoint/2010/main" val="132742243"/>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BCF9B7-FD3C-40E8-A55B-22A9E94DB5D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DC98772E-18CD-4C82-BA42-A7526A04D84C}"/>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Sector breadth holds through 75—and nearly through 100</a:t>
            </a:r>
          </a:p>
        </p:txBody>
      </p:sp>
      <p:sp>
        <p:nvSpPr>
          <p:cNvPr id="3" name="">
            <a:extLst xmlns:a="http://schemas.openxmlformats.org/drawingml/2006/main">
              <a:ext uri="{FF2B5EF4-FFF2-40B4-BE49-F238E27FC236}">
                <a16:creationId xmlns:a16="http://schemas.microsoft.com/office/drawing/2014/main" id="{FAD827A5-27F9-42E3-9B5D-67958B142064}"/>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04852453-BC77-4693-BE17-25C72ECFDE7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5FFB6AEE-4627-4282-B329-9C9ABEEA9CAD}"/>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110</a:t>
            </a:r>
          </a:p>
        </p:txBody>
      </p:sp>
      <p:sp>
        <p:nvSpPr>
          <p:cNvPr id="6" name="">
            <a:extLst xmlns:a="http://schemas.openxmlformats.org/drawingml/2006/main">
              <a:ext uri="{FF2B5EF4-FFF2-40B4-BE49-F238E27FC236}">
                <a16:creationId xmlns:a16="http://schemas.microsoft.com/office/drawing/2014/main" id="{64A48336-7596-42C1-8A03-FEE7B1E0AB53}"/>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oundRect">
            <a:avLst>
              <a:gd name="adj" fmla="val 2330"/>
            </a:avLst>
          </a:prstGeom>
          <a:solidFill xmlns:a="http://schemas.openxmlformats.org/drawingml/2006/main">
            <a:srgbClr val="FFFFFF"/>
          </a:solidFill>
          <a:ln xmlns:a="http://schemas.openxmlformats.org/drawingml/2006/main" w="9525">
            <a:solidFill>
              <a:srgbClr val="D7DBE2"/>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ce04c63652e4689"/>
          <a:stretch xmlns:a="http://schemas.openxmlformats.org/drawingml/2006/main"/>
        </p:blipFill>
        <p:spPr>
          <a:xfrm xmlns:a="http://schemas.openxmlformats.org/drawingml/2006/main">
            <a:off x="2368826" y="1409700"/>
            <a:ext cx="7454348"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A6FA278-EE3E-4B3D-B319-D3A3B1C82322}"/>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111827"/>
                </a:solidFill>
              </a:defRPr>
            </a:pPr>
            <a:r>
              <a:rPr sz="1050" b="1">
                <a:solidFill>
                  <a:srgbClr val="111827"/>
                </a:solidFill>
              </a:rPr>
              <a:t>11 / 11 sector medians are negative through 75; 10 / 11 at 100, with Health Care ≈ +0.01.</a:t>
            </a:r>
          </a:p>
        </p:txBody>
      </p:sp>
    </p:spTree>
    <p:extLst>
      <p:ext uri="{BB962C8B-B14F-4D97-AF65-F5344CB8AC3E}">
        <p14:creationId xmlns:p14="http://schemas.microsoft.com/office/powerpoint/2010/main" val="984289950"/>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95EB62-5C59-4FAE-AFFC-ACF8ADFD353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8E9F87A5-B2FF-43B5-B6E0-7D6C7FAA2D7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The template discriminates among regime states</a:t>
            </a:r>
          </a:p>
        </p:txBody>
      </p:sp>
      <p:sp>
        <p:nvSpPr>
          <p:cNvPr id="3" name="">
            <a:extLst xmlns:a="http://schemas.openxmlformats.org/drawingml/2006/main">
              <a:ext uri="{FF2B5EF4-FFF2-40B4-BE49-F238E27FC236}">
                <a16:creationId xmlns:a16="http://schemas.microsoft.com/office/drawing/2014/main" id="{61C6549B-5323-49AB-86FE-12A6219E664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AB66540A-36D5-4293-90CD-513280EFF6B2}"/>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80464724-1A14-4FD8-850E-D12532482D4B}"/>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1 1 1</a:t>
            </a:r>
          </a:p>
        </p:txBody>
      </p:sp>
      <p:sp>
        <p:nvSpPr>
          <p:cNvPr id="6" name="">
            <a:extLst xmlns:a="http://schemas.openxmlformats.org/drawingml/2006/main">
              <a:ext uri="{FF2B5EF4-FFF2-40B4-BE49-F238E27FC236}">
                <a16:creationId xmlns:a16="http://schemas.microsoft.com/office/drawing/2014/main" id="{524E2615-75C4-4AA6-ABE4-136D8832EEB7}"/>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oundRect">
            <a:avLst>
              <a:gd name="adj" fmla="val 2330"/>
            </a:avLst>
          </a:prstGeom>
          <a:solidFill xmlns:a="http://schemas.openxmlformats.org/drawingml/2006/main">
            <a:srgbClr val="FFFFFF"/>
          </a:solidFill>
          <a:ln xmlns:a="http://schemas.openxmlformats.org/drawingml/2006/main" w="9525">
            <a:solidFill>
              <a:srgbClr val="D7DBE2"/>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e7d0e96e44e4994"/>
          <a:stretch xmlns:a="http://schemas.openxmlformats.org/drawingml/2006/main"/>
        </p:blipFill>
        <p:spPr>
          <a:xfrm xmlns:a="http://schemas.openxmlformats.org/drawingml/2006/main">
            <a:off x="2307648" y="1409700"/>
            <a:ext cx="7576705"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0A841D9-0367-4243-AA16-BBFC8B49B3F7}"/>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111827"/>
                </a:solidFill>
              </a:defRPr>
            </a:pPr>
            <a:r>
              <a:rPr sz="1050" b="1">
                <a:solidFill>
                  <a:srgbClr val="111827"/>
                </a:solidFill>
              </a:rPr>
              <a:t>Trending / ATR-high / signed-down are strongest; signed-up losses are structurally sparse at short horizons.</a:t>
            </a:r>
          </a:p>
        </p:txBody>
      </p:sp>
    </p:spTree>
    <p:extLst>
      <p:ext uri="{BB962C8B-B14F-4D97-AF65-F5344CB8AC3E}">
        <p14:creationId xmlns:p14="http://schemas.microsoft.com/office/powerpoint/2010/main" val="502656321"/>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Challenge cohorts preserve useful heterogeneity</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112</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552450" y="1428750"/>
            <a:ext cx="5334000" cy="46672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6305550" y="1428750"/>
            <a:ext cx="5124450" cy="46672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e48e872b18641ec"/>
          <a:stretch xmlns:a="http://schemas.openxmlformats.org/drawingml/2006/main"/>
        </p:blipFill>
        <p:spPr>
          <a:xfrm xmlns:a="http://schemas.openxmlformats.org/drawingml/2006/main">
            <a:off x="685800" y="1997449"/>
            <a:ext cx="5067300" cy="3129803"/>
          </a:xfrm>
          <a:prstGeom xmlns:a="http://schemas.openxmlformats.org/drawingml/2006/main" prst="rect">
            <a:avLst/>
          </a:prstGeom>
        </p:spPr>
      </p:pic>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993e8ca33294808"/>
          <a:stretch xmlns:a="http://schemas.openxmlformats.org/drawingml/2006/main"/>
        </p:blipFill>
        <p:spPr>
          <a:xfrm xmlns:a="http://schemas.openxmlformats.org/drawingml/2006/main">
            <a:off x="6477000" y="1758373"/>
            <a:ext cx="4762500" cy="36079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781050" y="56197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11827"/>
                </a:solidFill>
              </a:defRPr>
            </a:pPr>
            <a:r>
              <a:rPr sz="1200" b="1">
                <a:solidFill>
                  <a:srgbClr val="111827"/>
                </a:solidFill>
              </a:rPr>
              <a:t>Equity ETFs are strongest; non-equity proxies start near zero.</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6496050" y="56197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11827"/>
                </a:solidFill>
              </a:defRPr>
            </a:pPr>
            <a:r>
              <a:rPr sz="1200" b="1">
                <a:solidFill>
                  <a:srgbClr val="111827"/>
                </a:solidFill>
              </a:rPr>
              <a:t>Attention breadth rises from 56% at 20 to 75% at 100—still not uniform.</a:t>
            </a:r>
          </a:p>
        </p:txBody>
      </p:sp>
    </p:spTree>
    <p:extLst>
      <p:ext uri="{BB962C8B-B14F-4D97-AF65-F5344CB8AC3E}">
        <p14:creationId xmlns:p14="http://schemas.microsoft.com/office/powerpoint/2010/main" val="1787801498"/>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F9FBB4A-010C-4C02-9E06-8242E1E02C12}"/>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C1560699-DAA3-4094-B49C-366F0049F86E}"/>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225" b="1">
                <a:solidFill>
                  <a:srgbClr val="111827"/>
                </a:solidFill>
              </a:defRPr>
            </a:pPr>
            <a:r>
              <a:rPr sz="3225" b="1">
                <a:solidFill>
                  <a:srgbClr val="111827"/>
                </a:solidFill>
              </a:rPr>
              <a:t>Broad transport survives; edge remains unopened</a:t>
            </a:r>
          </a:p>
        </p:txBody>
      </p:sp>
      <p:sp>
        <p:nvSpPr>
          <p:cNvPr id="3" name="">
            <a:extLst xmlns:a="http://schemas.openxmlformats.org/drawingml/2006/main">
              <a:ext uri="{FF2B5EF4-FFF2-40B4-BE49-F238E27FC236}">
                <a16:creationId xmlns:a16="http://schemas.microsoft.com/office/drawing/2014/main" id="{F23F225E-2546-450C-8B1E-0A4DEB614AF4}"/>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DF037A57-39AD-4D2F-B0E0-5ECF661DA297}"/>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10D9C2FF-A272-4878-AD5F-74231357763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
            </a:r>
          </a:p>
        </p:txBody>
      </p:sp>
      <p:sp>
        <p:nvSpPr>
          <p:cNvPr id="6" name="">
            <a:extLst xmlns:a="http://schemas.openxmlformats.org/drawingml/2006/main">
              <a:ext uri="{FF2B5EF4-FFF2-40B4-BE49-F238E27FC236}">
                <a16:creationId xmlns:a16="http://schemas.microsoft.com/office/drawing/2014/main" id="{35DE54EF-24F8-4FFC-BA84-949F528F029A}"/>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2A9D6F"/>
          </a:solidFill>
          <a:ln xmlns:a="http://schemas.openxmlformats.org/drawingml/2006/main" w="9525">
            <a:solidFill>
              <a:srgbClr val="2A9D6F"/>
            </a:solidFill>
            <a:prstDash val="solid"/>
          </a:ln>
        </p:spPr>
      </p:sp>
      <p:sp>
        <p:nvSpPr>
          <p:cNvPr id="7" name="">
            <a:extLst xmlns:a="http://schemas.openxmlformats.org/drawingml/2006/main">
              <a:ext uri="{FF2B5EF4-FFF2-40B4-BE49-F238E27FC236}">
                <a16:creationId xmlns:a16="http://schemas.microsoft.com/office/drawing/2014/main" id="{E52947F4-058F-4062-81DB-6B9DE47FFCE9}"/>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2A9D6F"/>
                </a:solidFill>
              </a:defRPr>
            </a:pPr>
            <a:r>
              <a:rPr sz="1350" b="1">
                <a:solidFill>
                  <a:srgbClr val="2A9D6F"/>
                </a:solidFill>
              </a:rPr>
              <a:t>FOUND</a:t>
            </a:r>
          </a:p>
        </p:txBody>
      </p:sp>
      <p:sp>
        <p:nvSpPr>
          <p:cNvPr id="8" name="">
            <a:extLst xmlns:a="http://schemas.openxmlformats.org/drawingml/2006/main">
              <a:ext uri="{FF2B5EF4-FFF2-40B4-BE49-F238E27FC236}">
                <a16:creationId xmlns:a16="http://schemas.microsoft.com/office/drawing/2014/main" id="{B377D5C6-16C3-4CF1-97F4-0F50813E9589}"/>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Sector-wide plateau</a:t>
            </a:r>
          </a:p>
        </p:txBody>
      </p:sp>
      <p:sp>
        <p:nvSpPr>
          <p:cNvPr id="9" name="">
            <a:extLst xmlns:a="http://schemas.openxmlformats.org/drawingml/2006/main">
              <a:ext uri="{FF2B5EF4-FFF2-40B4-BE49-F238E27FC236}">
                <a16:creationId xmlns:a16="http://schemas.microsoft.com/office/drawing/2014/main" id="{B0F47B9F-D94A-4465-B500-7BBB57D94FA2}"/>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64 / 64 primary cells negative</a:t>
            </a:r>
          </a:p>
        </p:txBody>
      </p:sp>
      <p:sp>
        <p:nvSpPr>
          <p:cNvPr id="10" name="">
            <a:extLst xmlns:a="http://schemas.openxmlformats.org/drawingml/2006/main">
              <a:ext uri="{FF2B5EF4-FFF2-40B4-BE49-F238E27FC236}">
                <a16:creationId xmlns:a16="http://schemas.microsoft.com/office/drawing/2014/main" id="{F1A3274D-DEE0-442C-9C60-CD7758718200}"/>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FE667C9F-19F3-4E6A-BDEB-035620CFB5B7}"/>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12" name="">
            <a:extLst xmlns:a="http://schemas.openxmlformats.org/drawingml/2006/main">
              <a:ext uri="{FF2B5EF4-FFF2-40B4-BE49-F238E27FC236}">
                <a16:creationId xmlns:a16="http://schemas.microsoft.com/office/drawing/2014/main" id="{6627B09C-0831-475E-A43C-C67ED9E404A2}"/>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3D8DFF"/>
                </a:solidFill>
              </a:defRPr>
            </a:pPr>
            <a:r>
              <a:rPr sz="1350" b="1">
                <a:solidFill>
                  <a:srgbClr val="3D8DFF"/>
                </a:solidFill>
              </a:rPr>
              <a:t>LEARNS</a:t>
            </a:r>
          </a:p>
        </p:txBody>
      </p:sp>
      <p:sp>
        <p:nvSpPr>
          <p:cNvPr id="13" name="">
            <a:extLst xmlns:a="http://schemas.openxmlformats.org/drawingml/2006/main">
              <a:ext uri="{FF2B5EF4-FFF2-40B4-BE49-F238E27FC236}">
                <a16:creationId xmlns:a16="http://schemas.microsoft.com/office/drawing/2014/main" id="{EFF1C8F3-4865-4316-A935-9AD993D124DB}"/>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Real heterogeneity</a:t>
            </a:r>
          </a:p>
        </p:txBody>
      </p:sp>
      <p:sp>
        <p:nvSpPr>
          <p:cNvPr id="14" name="">
            <a:extLst xmlns:a="http://schemas.openxmlformats.org/drawingml/2006/main">
              <a:ext uri="{FF2B5EF4-FFF2-40B4-BE49-F238E27FC236}">
                <a16:creationId xmlns:a16="http://schemas.microsoft.com/office/drawing/2014/main" id="{36F37BFF-C5ED-47DE-9449-78312C98D39F}"/>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Health Care flat at 100; controls differ</a:t>
            </a:r>
          </a:p>
        </p:txBody>
      </p:sp>
      <p:sp>
        <p:nvSpPr>
          <p:cNvPr id="15" name="">
            <a:extLst xmlns:a="http://schemas.openxmlformats.org/drawingml/2006/main">
              <a:ext uri="{FF2B5EF4-FFF2-40B4-BE49-F238E27FC236}">
                <a16:creationId xmlns:a16="http://schemas.microsoft.com/office/drawing/2014/main" id="{7DE8CE60-B390-4559-BDF0-3BD962F42DE6}"/>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6" name="">
            <a:extLst xmlns:a="http://schemas.openxmlformats.org/drawingml/2006/main">
              <a:ext uri="{FF2B5EF4-FFF2-40B4-BE49-F238E27FC236}">
                <a16:creationId xmlns:a16="http://schemas.microsoft.com/office/drawing/2014/main" id="{DF135E85-70DC-46F9-A1DD-451CB0F6F4EB}"/>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17" name="">
            <a:extLst xmlns:a="http://schemas.openxmlformats.org/drawingml/2006/main">
              <a:ext uri="{FF2B5EF4-FFF2-40B4-BE49-F238E27FC236}">
                <a16:creationId xmlns:a16="http://schemas.microsoft.com/office/drawing/2014/main" id="{3230B1B0-D776-4E45-9A01-A1C929AE6DE3}"/>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DOES NOT EARN</a:t>
            </a:r>
          </a:p>
        </p:txBody>
      </p:sp>
      <p:sp>
        <p:nvSpPr>
          <p:cNvPr id="18" name="">
            <a:extLst xmlns:a="http://schemas.openxmlformats.org/drawingml/2006/main">
              <a:ext uri="{FF2B5EF4-FFF2-40B4-BE49-F238E27FC236}">
                <a16:creationId xmlns:a16="http://schemas.microsoft.com/office/drawing/2014/main" id="{688A5B22-3E3C-4637-B245-2DCB84619B58}"/>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A strategy or duration</a:t>
            </a:r>
          </a:p>
        </p:txBody>
      </p:sp>
      <p:sp>
        <p:nvSpPr>
          <p:cNvPr id="19" name="">
            <a:extLst xmlns:a="http://schemas.openxmlformats.org/drawingml/2006/main">
              <a:ext uri="{FF2B5EF4-FFF2-40B4-BE49-F238E27FC236}">
                <a16:creationId xmlns:a16="http://schemas.microsoft.com/office/drawing/2014/main" id="{D39E8E59-8053-43C5-B267-26268999D08F}"/>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no edge, causality, or 100-session hold</a:t>
            </a:r>
          </a:p>
        </p:txBody>
      </p:sp>
      <p:sp>
        <p:nvSpPr>
          <p:cNvPr id="20" name="">
            <a:extLst xmlns:a="http://schemas.openxmlformats.org/drawingml/2006/main">
              <a:ext uri="{FF2B5EF4-FFF2-40B4-BE49-F238E27FC236}">
                <a16:creationId xmlns:a16="http://schemas.microsoft.com/office/drawing/2014/main" id="{D06B9F8D-51F2-4114-996E-05370ECBD9FB}"/>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21" name="">
            <a:extLst xmlns:a="http://schemas.openxmlformats.org/drawingml/2006/main">
              <a:ext uri="{FF2B5EF4-FFF2-40B4-BE49-F238E27FC236}">
                <a16:creationId xmlns:a16="http://schemas.microsoft.com/office/drawing/2014/main" id="{9F2FE528-E4C2-46D8-875A-4EACAD2DAF7E}"/>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oundRect">
            <a:avLst>
              <a:gd name="adj" fmla="val 14634"/>
            </a:avLst>
          </a:prstGeom>
          <a:solidFill xmlns:a="http://schemas.openxmlformats.org/drawingml/2006/main">
            <a:srgbClr val="F4F6F8"/>
          </a:solidFill>
          <a:ln xmlns:a="http://schemas.openxmlformats.org/drawingml/2006/main" w="9525">
            <a:solidFill>
              <a:srgbClr val="D7DBE2"/>
            </a:solidFill>
            <a:prstDash val="solid"/>
          </a:ln>
        </p:spPr>
      </p:sp>
      <p:sp>
        <p:nvSpPr>
          <p:cNvPr id="22" name="">
            <a:extLst xmlns:a="http://schemas.openxmlformats.org/drawingml/2006/main">
              <a:ext uri="{FF2B5EF4-FFF2-40B4-BE49-F238E27FC236}">
                <a16:creationId xmlns:a16="http://schemas.microsoft.com/office/drawing/2014/main" id="{BDF133DD-1423-446B-BAD3-98602B284CB5}"/>
              </a:ext>
            </a:extLst>
          </p:cNvPr>
          <p:cNvSpPr>
            <a:spLocks xmlns:a="http://schemas.openxmlformats.org/drawingml/2006/main" noGrp="1"/>
          </p:cNvSpPr>
          <p:nvPr/>
        </p:nvSpPr>
        <p:spPr>
          <a:xfrm xmlns:a="http://schemas.openxmlformats.org/drawingml/2006/main">
            <a:off x="781050" y="55245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11827"/>
                </a:solidFill>
              </a:defRPr>
            </a:pPr>
            <a:r>
              <a:rPr sz="1500" b="1">
                <a:solidFill>
                  <a:srgbClr val="111827"/>
                </a:solidFill>
              </a:rPr>
              <a:t>Next clean gate</a:t>
            </a:r>
          </a:p>
        </p:txBody>
      </p:sp>
      <p:sp>
        <p:nvSpPr>
          <p:cNvPr id="23" name="">
            <a:extLst xmlns:a="http://schemas.openxmlformats.org/drawingml/2006/main">
              <a:ext uri="{FF2B5EF4-FFF2-40B4-BE49-F238E27FC236}">
                <a16:creationId xmlns:a16="http://schemas.microsoft.com/office/drawing/2014/main" id="{ECA9F984-12B5-4D23-9C93-E90E765B5932}"/>
              </a:ext>
            </a:extLst>
          </p:cNvPr>
          <p:cNvSpPr>
            <a:spLocks xmlns:a="http://schemas.openxmlformats.org/drawingml/2006/main" noGrp="1"/>
          </p:cNvSpPr>
          <p:nvPr/>
        </p:nvSpPr>
        <p:spPr>
          <a:xfrm xmlns:a="http://schemas.openxmlformats.org/drawingml/2006/main">
            <a:off x="3333750" y="54864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384"/>
                </a:solidFill>
              </a:defRPr>
            </a:pPr>
            <a:r>
              <a:rPr sz="1425" b="0">
                <a:solidFill>
                  <a:srgbClr val="667384"/>
                </a:solidFill>
              </a:rPr>
              <a:t>Decompose non-overlapping future blocks—or freeze one compact summary for untouched-time transport. Stop expanding horizons at 100.</a:t>
            </a:r>
          </a:p>
        </p:txBody>
      </p:sp>
      <p:sp>
        <p:nvSpPr>
          <p:cNvPr id="25" name="wide-atlas-section-overlay">
            <a:extLst xmlns:a="http://schemas.openxmlformats.org/drawingml/2006/main">
              <a:ext uri="{FF2B5EF4-FFF2-40B4-BE49-F238E27FC236}">
                <a16:creationId xmlns:a16="http://schemas.microsoft.com/office/drawing/2014/main" id="{8B94774D-028F-4781-8153-B3937880855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67384"/>
                </a:solidFill>
              </a:defRPr>
            </a:pPr>
            <a:r>
              <a:rPr sz="1200" b="1">
                <a:solidFill>
                  <a:srgbClr val="667384"/>
                </a:solidFill>
              </a:rPr>
              <a:t>WIDE ATLAS</a:t>
            </a:r>
          </a:p>
        </p:txBody>
      </p:sp>
      <p:sp>
        <p:nvSpPr>
          <p:cNvPr id="26" name="wide-atlas-page-overlay">
            <a:extLst xmlns:a="http://schemas.openxmlformats.org/drawingml/2006/main">
              <a:ext uri="{FF2B5EF4-FFF2-40B4-BE49-F238E27FC236}">
                <a16:creationId xmlns:a16="http://schemas.microsoft.com/office/drawing/2014/main" id="{8830D044-4387-4D1D-8F6A-ACA28BB45CB6}"/>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a:solidFill>
                  <a:srgbClr val="667384"/>
                </a:solidFill>
              </a:defRPr>
            </a:pPr>
            <a:r>
              <a:rPr sz="900">
                <a:solidFill>
                  <a:srgbClr val="667384"/>
                </a:solidFill>
              </a:rPr>
              <a:t>113</a:t>
            </a:r>
          </a:p>
        </p:txBody>
      </p:sp>
    </p:spTree>
    <p:extLst>
      <p:ext uri="{BB962C8B-B14F-4D97-AF65-F5344CB8AC3E}">
        <p14:creationId xmlns:p14="http://schemas.microsoft.com/office/powerpoint/2010/main" val="171074691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2026-08-27T23:37:57.6520000Z</dcterms:created>
  <dcterms:modified xsi:type="dcterms:W3CDTF">2026-08-27T23:37:57.6520000Z</dcterms:modified>
</coreProperties>
</file>